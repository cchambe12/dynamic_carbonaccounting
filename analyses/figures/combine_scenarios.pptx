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34475" cy="12179300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68" d="100"/>
          <a:sy n="68" d="100"/>
        </p:scale>
        <p:origin x="346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086" y="1993233"/>
            <a:ext cx="7764304" cy="4240201"/>
          </a:xfrm>
        </p:spPr>
        <p:txBody>
          <a:bodyPr anchor="b"/>
          <a:lstStyle>
            <a:lvl1pPr algn="ctr">
              <a:defRPr sz="59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1810" y="6396953"/>
            <a:ext cx="6850856" cy="2940511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743" indent="0" algn="ctr">
              <a:buNone/>
              <a:defRPr sz="1998"/>
            </a:lvl2pPr>
            <a:lvl3pPr marL="913486" indent="0" algn="ctr">
              <a:buNone/>
              <a:defRPr sz="1798"/>
            </a:lvl3pPr>
            <a:lvl4pPr marL="1370228" indent="0" algn="ctr">
              <a:buNone/>
              <a:defRPr sz="1598"/>
            </a:lvl4pPr>
            <a:lvl5pPr marL="1826971" indent="0" algn="ctr">
              <a:buNone/>
              <a:defRPr sz="1598"/>
            </a:lvl5pPr>
            <a:lvl6pPr marL="2283714" indent="0" algn="ctr">
              <a:buNone/>
              <a:defRPr sz="1598"/>
            </a:lvl6pPr>
            <a:lvl7pPr marL="2740457" indent="0" algn="ctr">
              <a:buNone/>
              <a:defRPr sz="1598"/>
            </a:lvl7pPr>
            <a:lvl8pPr marL="3197200" indent="0" algn="ctr">
              <a:buNone/>
              <a:defRPr sz="1598"/>
            </a:lvl8pPr>
            <a:lvl9pPr marL="3653942" indent="0" algn="ctr">
              <a:buNone/>
              <a:defRPr sz="159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16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238" y="3036371"/>
            <a:ext cx="7878485" cy="5066250"/>
          </a:xfrm>
        </p:spPr>
        <p:txBody>
          <a:bodyPr anchor="b"/>
          <a:lstStyle>
            <a:lvl1pPr>
              <a:defRPr sz="59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238" y="8150549"/>
            <a:ext cx="7878485" cy="2664221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>
                    <a:tint val="82000"/>
                  </a:schemeClr>
                </a:solidFill>
              </a:defRPr>
            </a:lvl1pPr>
            <a:lvl2pPr marL="456743" indent="0">
              <a:buNone/>
              <a:defRPr sz="1998">
                <a:solidFill>
                  <a:schemeClr val="tx1">
                    <a:tint val="82000"/>
                  </a:schemeClr>
                </a:solidFill>
              </a:defRPr>
            </a:lvl2pPr>
            <a:lvl3pPr marL="913486" indent="0">
              <a:buNone/>
              <a:defRPr sz="1798">
                <a:solidFill>
                  <a:schemeClr val="tx1">
                    <a:tint val="82000"/>
                  </a:schemeClr>
                </a:solidFill>
              </a:defRPr>
            </a:lvl3pPr>
            <a:lvl4pPr marL="1370228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4pPr>
            <a:lvl5pPr marL="1826971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5pPr>
            <a:lvl6pPr marL="2283714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6pPr>
            <a:lvl7pPr marL="2740457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7pPr>
            <a:lvl8pPr marL="3197200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8pPr>
            <a:lvl9pPr marL="3653942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5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7995" y="3242175"/>
            <a:ext cx="3882152" cy="77276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328" y="3242175"/>
            <a:ext cx="3882152" cy="77276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2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85" y="648437"/>
            <a:ext cx="7878485" cy="23541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86" y="2985621"/>
            <a:ext cx="3864310" cy="1463207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86" y="4448828"/>
            <a:ext cx="3864310" cy="6543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4328" y="2985621"/>
            <a:ext cx="3883342" cy="1463207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4328" y="4448828"/>
            <a:ext cx="3883342" cy="6543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5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6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85" y="811953"/>
            <a:ext cx="2946106" cy="284183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342" y="1753596"/>
            <a:ext cx="4624328" cy="8655197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85" y="3653790"/>
            <a:ext cx="2946106" cy="6769098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6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85" y="811953"/>
            <a:ext cx="2946106" cy="284183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3342" y="1753596"/>
            <a:ext cx="4624328" cy="8655197"/>
          </a:xfrm>
        </p:spPr>
        <p:txBody>
          <a:bodyPr anchor="t"/>
          <a:lstStyle>
            <a:lvl1pPr marL="0" indent="0">
              <a:buNone/>
              <a:defRPr sz="3197"/>
            </a:lvl1pPr>
            <a:lvl2pPr marL="456743" indent="0">
              <a:buNone/>
              <a:defRPr sz="2797"/>
            </a:lvl2pPr>
            <a:lvl3pPr marL="913486" indent="0">
              <a:buNone/>
              <a:defRPr sz="2398"/>
            </a:lvl3pPr>
            <a:lvl4pPr marL="1370228" indent="0">
              <a:buNone/>
              <a:defRPr sz="1998"/>
            </a:lvl4pPr>
            <a:lvl5pPr marL="1826971" indent="0">
              <a:buNone/>
              <a:defRPr sz="1998"/>
            </a:lvl5pPr>
            <a:lvl6pPr marL="2283714" indent="0">
              <a:buNone/>
              <a:defRPr sz="1998"/>
            </a:lvl6pPr>
            <a:lvl7pPr marL="2740457" indent="0">
              <a:buNone/>
              <a:defRPr sz="1998"/>
            </a:lvl7pPr>
            <a:lvl8pPr marL="3197200" indent="0">
              <a:buNone/>
              <a:defRPr sz="1998"/>
            </a:lvl8pPr>
            <a:lvl9pPr marL="3653942" indent="0">
              <a:buNone/>
              <a:defRPr sz="19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85" y="3653790"/>
            <a:ext cx="2946106" cy="6769098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6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6859" y="648435"/>
            <a:ext cx="1969621" cy="103213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7995" y="648435"/>
            <a:ext cx="5794683" cy="103213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995" y="648437"/>
            <a:ext cx="7878485" cy="2354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995" y="3242175"/>
            <a:ext cx="7878485" cy="772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7995" y="11288409"/>
            <a:ext cx="2055257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90701-C162-F941-9BF1-1FC88D9C9F87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5795" y="11288409"/>
            <a:ext cx="3082885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1223" y="11288409"/>
            <a:ext cx="2055257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B26E8-3C25-AF40-ABE0-78404E7C6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7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8AC31DCC-4EE1-F64B-63ED-8DE0115D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517325" cy="3871993"/>
          </a:xfrm>
          <a:prstGeom prst="rect">
            <a:avLst/>
          </a:prstGeom>
        </p:spPr>
      </p:pic>
      <p:pic>
        <p:nvPicPr>
          <p:cNvPr id="7" name="Picture 6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8B4EF6CF-E4CF-BBA2-51E9-E1C173EE6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150" y="8307307"/>
            <a:ext cx="4517325" cy="3871993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7C82CE8-81A4-7492-BDEE-D1CB33D2F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8307306"/>
            <a:ext cx="4517325" cy="3871993"/>
          </a:xfrm>
          <a:prstGeom prst="rect">
            <a:avLst/>
          </a:prstGeom>
        </p:spPr>
      </p:pic>
      <p:pic>
        <p:nvPicPr>
          <p:cNvPr id="11" name="Picture 10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D4E8DF35-5B4F-D6C0-EF36-9C836248C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237" y="4153653"/>
            <a:ext cx="4517325" cy="3871993"/>
          </a:xfrm>
          <a:prstGeom prst="rect">
            <a:avLst/>
          </a:prstGeom>
        </p:spPr>
      </p:pic>
      <p:pic>
        <p:nvPicPr>
          <p:cNvPr id="13" name="Picture 1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E17BDA3-EC00-9319-6EA7-811BCAA05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53653"/>
            <a:ext cx="4517325" cy="3871993"/>
          </a:xfrm>
          <a:prstGeom prst="rect">
            <a:avLst/>
          </a:prstGeom>
        </p:spPr>
      </p:pic>
      <p:pic>
        <p:nvPicPr>
          <p:cNvPr id="15" name="Picture 1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16EC692-4659-59DD-BB6F-C053262367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150" y="0"/>
            <a:ext cx="4517325" cy="387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2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Ledger Paper (11x17 in)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Chamberlain</dc:creator>
  <cp:lastModifiedBy>Catherine Chamberlain</cp:lastModifiedBy>
  <cp:revision>1</cp:revision>
  <dcterms:created xsi:type="dcterms:W3CDTF">2025-03-24T15:22:18Z</dcterms:created>
  <dcterms:modified xsi:type="dcterms:W3CDTF">2025-03-24T15:25:10Z</dcterms:modified>
</cp:coreProperties>
</file>