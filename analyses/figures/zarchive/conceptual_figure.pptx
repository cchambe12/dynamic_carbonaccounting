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828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72"/>
  </p:normalViewPr>
  <p:slideViewPr>
    <p:cSldViewPr snapToGrid="0">
      <p:cViewPr>
        <p:scale>
          <a:sx n="70" d="100"/>
          <a:sy n="70" d="100"/>
        </p:scale>
        <p:origin x="63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122363"/>
            <a:ext cx="13716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602038"/>
            <a:ext cx="13716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7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709738"/>
            <a:ext cx="157734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4589464"/>
            <a:ext cx="157734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3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5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65126"/>
            <a:ext cx="157734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681163"/>
            <a:ext cx="773668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2505075"/>
            <a:ext cx="773668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681163"/>
            <a:ext cx="777478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2505075"/>
            <a:ext cx="777478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93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1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8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987426"/>
            <a:ext cx="92583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2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987426"/>
            <a:ext cx="92583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7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71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365125"/>
            <a:ext cx="394335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65125"/>
            <a:ext cx="1160145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8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365126"/>
            <a:ext cx="15773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825625"/>
            <a:ext cx="15773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A7CF5-E3F0-0949-A439-DA240A34243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6356351"/>
            <a:ext cx="6172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A0C00-E9D5-D044-AEC5-5C775E8A4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0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997C5D-A1FF-C179-AE87-AA3BC5E223A0}"/>
              </a:ext>
            </a:extLst>
          </p:cNvPr>
          <p:cNvSpPr/>
          <p:nvPr/>
        </p:nvSpPr>
        <p:spPr>
          <a:xfrm>
            <a:off x="880706" y="267906"/>
            <a:ext cx="2175641" cy="778648"/>
          </a:xfrm>
          <a:prstGeom prst="rect">
            <a:avLst/>
          </a:prstGeom>
          <a:solidFill>
            <a:sysClr val="windowText" lastClr="000000">
              <a:lumMod val="85000"/>
              <a:lumOff val="1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84">
              <a:defRPr/>
            </a:pPr>
            <a:r>
              <a:rPr lang="en-US" kern="0" dirty="0">
                <a:solidFill>
                  <a:prstClr val="white"/>
                </a:solidFill>
                <a:latin typeface="Aptos" panose="02110004020202020204"/>
              </a:rPr>
              <a:t>Single Model, Static BAU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609939-5D22-9103-41CA-D5E4C08ADBB5}"/>
              </a:ext>
            </a:extLst>
          </p:cNvPr>
          <p:cNvSpPr/>
          <p:nvPr/>
        </p:nvSpPr>
        <p:spPr>
          <a:xfrm>
            <a:off x="6032578" y="247170"/>
            <a:ext cx="2175640" cy="778623"/>
          </a:xfrm>
          <a:prstGeom prst="rect">
            <a:avLst/>
          </a:prstGeom>
          <a:solidFill>
            <a:srgbClr val="ECC03B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84">
              <a:defRPr/>
            </a:pPr>
            <a:r>
              <a:rPr lang="en-US" kern="0" dirty="0">
                <a:solidFill>
                  <a:prstClr val="white"/>
                </a:solidFill>
                <a:latin typeface="Aptos" panose="02110004020202020204"/>
              </a:rPr>
              <a:t>Blended Model, Static BAU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A185972-E513-5726-1490-03E124A231E5}"/>
              </a:ext>
            </a:extLst>
          </p:cNvPr>
          <p:cNvGrpSpPr/>
          <p:nvPr/>
        </p:nvGrpSpPr>
        <p:grpSpPr>
          <a:xfrm>
            <a:off x="243670" y="5065858"/>
            <a:ext cx="2832854" cy="1402860"/>
            <a:chOff x="1243013" y="4911732"/>
            <a:chExt cx="3617325" cy="1513737"/>
          </a:xfrm>
        </p:grpSpPr>
        <p:pic>
          <p:nvPicPr>
            <p:cNvPr id="16" name="Picture 15" descr="A aerial view of a river&#10;&#10;AI-generated content may be incorrect.">
              <a:extLst>
                <a:ext uri="{FF2B5EF4-FFF2-40B4-BE49-F238E27FC236}">
                  <a16:creationId xmlns:a16="http://schemas.microsoft.com/office/drawing/2014/main" id="{A196A8CE-B787-B9BC-6ECE-A91F9E4A4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7000"/>
            </a:blip>
            <a:stretch>
              <a:fillRect/>
            </a:stretch>
          </p:blipFill>
          <p:spPr>
            <a:xfrm>
              <a:off x="1258062" y="4911732"/>
              <a:ext cx="3602276" cy="1495860"/>
            </a:xfrm>
            <a:prstGeom prst="rect">
              <a:avLst/>
            </a:prstGeom>
          </p:spPr>
        </p:pic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F79C26D-536F-3E30-AD97-1694D1C5997F}"/>
                </a:ext>
              </a:extLst>
            </p:cNvPr>
            <p:cNvSpPr/>
            <p:nvPr/>
          </p:nvSpPr>
          <p:spPr>
            <a:xfrm>
              <a:off x="1243013" y="4922044"/>
              <a:ext cx="878681" cy="678656"/>
            </a:xfrm>
            <a:custGeom>
              <a:avLst/>
              <a:gdLst>
                <a:gd name="csX0" fmla="*/ 42862 w 878681"/>
                <a:gd name="csY0" fmla="*/ 585787 h 678656"/>
                <a:gd name="csX1" fmla="*/ 42862 w 878681"/>
                <a:gd name="csY1" fmla="*/ 585787 h 678656"/>
                <a:gd name="csX2" fmla="*/ 121443 w 878681"/>
                <a:gd name="csY2" fmla="*/ 592931 h 678656"/>
                <a:gd name="csX3" fmla="*/ 235743 w 878681"/>
                <a:gd name="csY3" fmla="*/ 614362 h 678656"/>
                <a:gd name="csX4" fmla="*/ 264318 w 878681"/>
                <a:gd name="csY4" fmla="*/ 628650 h 678656"/>
                <a:gd name="csX5" fmla="*/ 292893 w 878681"/>
                <a:gd name="csY5" fmla="*/ 635794 h 678656"/>
                <a:gd name="csX6" fmla="*/ 335756 w 878681"/>
                <a:gd name="csY6" fmla="*/ 650081 h 678656"/>
                <a:gd name="csX7" fmla="*/ 385762 w 878681"/>
                <a:gd name="csY7" fmla="*/ 664369 h 678656"/>
                <a:gd name="csX8" fmla="*/ 500062 w 878681"/>
                <a:gd name="csY8" fmla="*/ 671512 h 678656"/>
                <a:gd name="csX9" fmla="*/ 578643 w 878681"/>
                <a:gd name="csY9" fmla="*/ 678656 h 678656"/>
                <a:gd name="csX10" fmla="*/ 664368 w 878681"/>
                <a:gd name="csY10" fmla="*/ 671512 h 678656"/>
                <a:gd name="csX11" fmla="*/ 678656 w 878681"/>
                <a:gd name="csY11" fmla="*/ 642937 h 678656"/>
                <a:gd name="csX12" fmla="*/ 685800 w 878681"/>
                <a:gd name="csY12" fmla="*/ 492919 h 678656"/>
                <a:gd name="csX13" fmla="*/ 700087 w 878681"/>
                <a:gd name="csY13" fmla="*/ 435769 h 678656"/>
                <a:gd name="csX14" fmla="*/ 721518 w 878681"/>
                <a:gd name="csY14" fmla="*/ 364331 h 678656"/>
                <a:gd name="csX15" fmla="*/ 764381 w 878681"/>
                <a:gd name="csY15" fmla="*/ 300037 h 678656"/>
                <a:gd name="csX16" fmla="*/ 778668 w 878681"/>
                <a:gd name="csY16" fmla="*/ 278606 h 678656"/>
                <a:gd name="csX17" fmla="*/ 800100 w 878681"/>
                <a:gd name="csY17" fmla="*/ 235744 h 678656"/>
                <a:gd name="csX18" fmla="*/ 821531 w 878681"/>
                <a:gd name="csY18" fmla="*/ 157162 h 678656"/>
                <a:gd name="csX19" fmla="*/ 828675 w 878681"/>
                <a:gd name="csY19" fmla="*/ 135731 h 678656"/>
                <a:gd name="csX20" fmla="*/ 835818 w 878681"/>
                <a:gd name="csY20" fmla="*/ 100012 h 678656"/>
                <a:gd name="csX21" fmla="*/ 864393 w 878681"/>
                <a:gd name="csY21" fmla="*/ 50006 h 678656"/>
                <a:gd name="csX22" fmla="*/ 871537 w 878681"/>
                <a:gd name="csY22" fmla="*/ 28575 h 678656"/>
                <a:gd name="csX23" fmla="*/ 878681 w 878681"/>
                <a:gd name="csY23" fmla="*/ 14287 h 678656"/>
                <a:gd name="csX24" fmla="*/ 0 w 878681"/>
                <a:gd name="csY24" fmla="*/ 0 h 678656"/>
                <a:gd name="csX25" fmla="*/ 42862 w 878681"/>
                <a:gd name="csY25" fmla="*/ 585787 h 678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878681" h="678656">
                  <a:moveTo>
                    <a:pt x="42862" y="585787"/>
                  </a:moveTo>
                  <a:lnTo>
                    <a:pt x="42862" y="585787"/>
                  </a:lnTo>
                  <a:cubicBezTo>
                    <a:pt x="69056" y="588168"/>
                    <a:pt x="95425" y="589077"/>
                    <a:pt x="121443" y="592931"/>
                  </a:cubicBezTo>
                  <a:cubicBezTo>
                    <a:pt x="159788" y="598612"/>
                    <a:pt x="235743" y="614362"/>
                    <a:pt x="235743" y="614362"/>
                  </a:cubicBezTo>
                  <a:cubicBezTo>
                    <a:pt x="245268" y="619125"/>
                    <a:pt x="254347" y="624911"/>
                    <a:pt x="264318" y="628650"/>
                  </a:cubicBezTo>
                  <a:cubicBezTo>
                    <a:pt x="273511" y="632097"/>
                    <a:pt x="283489" y="632973"/>
                    <a:pt x="292893" y="635794"/>
                  </a:cubicBezTo>
                  <a:cubicBezTo>
                    <a:pt x="307318" y="640122"/>
                    <a:pt x="321468" y="645319"/>
                    <a:pt x="335756" y="650081"/>
                  </a:cubicBezTo>
                  <a:cubicBezTo>
                    <a:pt x="348812" y="654433"/>
                    <a:pt x="372946" y="663087"/>
                    <a:pt x="385762" y="664369"/>
                  </a:cubicBezTo>
                  <a:cubicBezTo>
                    <a:pt x="423747" y="668167"/>
                    <a:pt x="461992" y="668692"/>
                    <a:pt x="500062" y="671512"/>
                  </a:cubicBezTo>
                  <a:cubicBezTo>
                    <a:pt x="526292" y="673455"/>
                    <a:pt x="552449" y="676275"/>
                    <a:pt x="578643" y="678656"/>
                  </a:cubicBezTo>
                  <a:cubicBezTo>
                    <a:pt x="607218" y="676275"/>
                    <a:pt x="637364" y="681156"/>
                    <a:pt x="664368" y="671512"/>
                  </a:cubicBezTo>
                  <a:cubicBezTo>
                    <a:pt x="674397" y="667930"/>
                    <a:pt x="677387" y="653510"/>
                    <a:pt x="678656" y="642937"/>
                  </a:cubicBezTo>
                  <a:cubicBezTo>
                    <a:pt x="684621" y="593231"/>
                    <a:pt x="680649" y="542716"/>
                    <a:pt x="685800" y="492919"/>
                  </a:cubicBezTo>
                  <a:cubicBezTo>
                    <a:pt x="687821" y="473387"/>
                    <a:pt x="695325" y="454819"/>
                    <a:pt x="700087" y="435769"/>
                  </a:cubicBezTo>
                  <a:cubicBezTo>
                    <a:pt x="704080" y="419798"/>
                    <a:pt x="714563" y="374763"/>
                    <a:pt x="721518" y="364331"/>
                  </a:cubicBezTo>
                  <a:lnTo>
                    <a:pt x="764381" y="300037"/>
                  </a:lnTo>
                  <a:cubicBezTo>
                    <a:pt x="769143" y="292893"/>
                    <a:pt x="775953" y="286751"/>
                    <a:pt x="778668" y="278606"/>
                  </a:cubicBezTo>
                  <a:cubicBezTo>
                    <a:pt x="788527" y="249030"/>
                    <a:pt x="781635" y="263440"/>
                    <a:pt x="800100" y="235744"/>
                  </a:cubicBezTo>
                  <a:cubicBezTo>
                    <a:pt x="830755" y="143776"/>
                    <a:pt x="801333" y="237952"/>
                    <a:pt x="821531" y="157162"/>
                  </a:cubicBezTo>
                  <a:cubicBezTo>
                    <a:pt x="823357" y="149857"/>
                    <a:pt x="826849" y="143036"/>
                    <a:pt x="828675" y="135731"/>
                  </a:cubicBezTo>
                  <a:cubicBezTo>
                    <a:pt x="831620" y="123951"/>
                    <a:pt x="831978" y="111531"/>
                    <a:pt x="835818" y="100012"/>
                  </a:cubicBezTo>
                  <a:cubicBezTo>
                    <a:pt x="848339" y="62447"/>
                    <a:pt x="848719" y="81355"/>
                    <a:pt x="864393" y="50006"/>
                  </a:cubicBezTo>
                  <a:cubicBezTo>
                    <a:pt x="867761" y="43271"/>
                    <a:pt x="868740" y="35567"/>
                    <a:pt x="871537" y="28575"/>
                  </a:cubicBezTo>
                  <a:cubicBezTo>
                    <a:pt x="873515" y="23631"/>
                    <a:pt x="876300" y="19050"/>
                    <a:pt x="878681" y="14287"/>
                  </a:cubicBezTo>
                  <a:lnTo>
                    <a:pt x="0" y="0"/>
                  </a:lnTo>
                  <a:lnTo>
                    <a:pt x="42862" y="585787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EAF082D-6F66-4D24-3AFF-5ED311EB12FA}"/>
                </a:ext>
              </a:extLst>
            </p:cNvPr>
            <p:cNvSpPr/>
            <p:nvPr/>
          </p:nvSpPr>
          <p:spPr>
            <a:xfrm>
              <a:off x="1950244" y="4936331"/>
              <a:ext cx="642937" cy="660006"/>
            </a:xfrm>
            <a:custGeom>
              <a:avLst/>
              <a:gdLst>
                <a:gd name="csX0" fmla="*/ 0 w 642937"/>
                <a:gd name="csY0" fmla="*/ 650082 h 660006"/>
                <a:gd name="csX1" fmla="*/ 0 w 642937"/>
                <a:gd name="csY1" fmla="*/ 650082 h 660006"/>
                <a:gd name="csX2" fmla="*/ 507206 w 642937"/>
                <a:gd name="csY2" fmla="*/ 650082 h 660006"/>
                <a:gd name="csX3" fmla="*/ 578644 w 642937"/>
                <a:gd name="csY3" fmla="*/ 635794 h 660006"/>
                <a:gd name="csX4" fmla="*/ 642937 w 642937"/>
                <a:gd name="csY4" fmla="*/ 621507 h 660006"/>
                <a:gd name="csX5" fmla="*/ 628650 w 642937"/>
                <a:gd name="csY5" fmla="*/ 592932 h 660006"/>
                <a:gd name="csX6" fmla="*/ 607219 w 642937"/>
                <a:gd name="csY6" fmla="*/ 535782 h 660006"/>
                <a:gd name="csX7" fmla="*/ 585787 w 642937"/>
                <a:gd name="csY7" fmla="*/ 507207 h 660006"/>
                <a:gd name="csX8" fmla="*/ 571500 w 642937"/>
                <a:gd name="csY8" fmla="*/ 478632 h 660006"/>
                <a:gd name="csX9" fmla="*/ 528637 w 642937"/>
                <a:gd name="csY9" fmla="*/ 400050 h 660006"/>
                <a:gd name="csX10" fmla="*/ 492919 w 642937"/>
                <a:gd name="csY10" fmla="*/ 314325 h 660006"/>
                <a:gd name="csX11" fmla="*/ 485775 w 642937"/>
                <a:gd name="csY11" fmla="*/ 278607 h 660006"/>
                <a:gd name="csX12" fmla="*/ 471487 w 642937"/>
                <a:gd name="csY12" fmla="*/ 250032 h 660006"/>
                <a:gd name="csX13" fmla="*/ 450056 w 642937"/>
                <a:gd name="csY13" fmla="*/ 207169 h 660006"/>
                <a:gd name="csX14" fmla="*/ 435769 w 642937"/>
                <a:gd name="csY14" fmla="*/ 50007 h 660006"/>
                <a:gd name="csX15" fmla="*/ 428625 w 642937"/>
                <a:gd name="csY15" fmla="*/ 28575 h 660006"/>
                <a:gd name="csX16" fmla="*/ 378619 w 642937"/>
                <a:gd name="csY16" fmla="*/ 0 h 660006"/>
                <a:gd name="csX17" fmla="*/ 335756 w 642937"/>
                <a:gd name="csY17" fmla="*/ 14288 h 660006"/>
                <a:gd name="csX18" fmla="*/ 278606 w 642937"/>
                <a:gd name="csY18" fmla="*/ 28575 h 660006"/>
                <a:gd name="csX19" fmla="*/ 257175 w 642937"/>
                <a:gd name="csY19" fmla="*/ 35719 h 660006"/>
                <a:gd name="csX20" fmla="*/ 214312 w 642937"/>
                <a:gd name="csY20" fmla="*/ 57150 h 660006"/>
                <a:gd name="csX21" fmla="*/ 135731 w 642937"/>
                <a:gd name="csY21" fmla="*/ 64294 h 660006"/>
                <a:gd name="csX22" fmla="*/ 121444 w 642937"/>
                <a:gd name="csY22" fmla="*/ 235744 h 660006"/>
                <a:gd name="csX23" fmla="*/ 114300 w 642937"/>
                <a:gd name="csY23" fmla="*/ 264319 h 660006"/>
                <a:gd name="csX24" fmla="*/ 85725 w 642937"/>
                <a:gd name="csY24" fmla="*/ 307182 h 660006"/>
                <a:gd name="csX25" fmla="*/ 64294 w 642937"/>
                <a:gd name="csY25" fmla="*/ 321469 h 660006"/>
                <a:gd name="csX26" fmla="*/ 42862 w 642937"/>
                <a:gd name="csY26" fmla="*/ 364332 h 660006"/>
                <a:gd name="csX27" fmla="*/ 35719 w 642937"/>
                <a:gd name="csY27" fmla="*/ 385763 h 660006"/>
                <a:gd name="csX28" fmla="*/ 14287 w 642937"/>
                <a:gd name="csY28" fmla="*/ 435769 h 660006"/>
                <a:gd name="csX29" fmla="*/ 0 w 642937"/>
                <a:gd name="csY29" fmla="*/ 650082 h 6600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42937" h="660006">
                  <a:moveTo>
                    <a:pt x="0" y="650082"/>
                  </a:moveTo>
                  <a:lnTo>
                    <a:pt x="0" y="650082"/>
                  </a:lnTo>
                  <a:cubicBezTo>
                    <a:pt x="214668" y="662007"/>
                    <a:pt x="203147" y="664561"/>
                    <a:pt x="507206" y="650082"/>
                  </a:cubicBezTo>
                  <a:cubicBezTo>
                    <a:pt x="531463" y="648927"/>
                    <a:pt x="554690" y="639786"/>
                    <a:pt x="578644" y="635794"/>
                  </a:cubicBezTo>
                  <a:cubicBezTo>
                    <a:pt x="628934" y="627412"/>
                    <a:pt x="607765" y="633230"/>
                    <a:pt x="642937" y="621507"/>
                  </a:cubicBezTo>
                  <a:cubicBezTo>
                    <a:pt x="638175" y="611982"/>
                    <a:pt x="632389" y="602903"/>
                    <a:pt x="628650" y="592932"/>
                  </a:cubicBezTo>
                  <a:cubicBezTo>
                    <a:pt x="613225" y="551799"/>
                    <a:pt x="632077" y="575554"/>
                    <a:pt x="607219" y="535782"/>
                  </a:cubicBezTo>
                  <a:cubicBezTo>
                    <a:pt x="600909" y="525685"/>
                    <a:pt x="592097" y="517304"/>
                    <a:pt x="585787" y="507207"/>
                  </a:cubicBezTo>
                  <a:cubicBezTo>
                    <a:pt x="580143" y="498177"/>
                    <a:pt x="576672" y="487941"/>
                    <a:pt x="571500" y="478632"/>
                  </a:cubicBezTo>
                  <a:cubicBezTo>
                    <a:pt x="554930" y="448806"/>
                    <a:pt x="541231" y="432794"/>
                    <a:pt x="528637" y="400050"/>
                  </a:cubicBezTo>
                  <a:cubicBezTo>
                    <a:pt x="493078" y="307596"/>
                    <a:pt x="537252" y="388215"/>
                    <a:pt x="492919" y="314325"/>
                  </a:cubicBezTo>
                  <a:cubicBezTo>
                    <a:pt x="490538" y="302419"/>
                    <a:pt x="489615" y="290126"/>
                    <a:pt x="485775" y="278607"/>
                  </a:cubicBezTo>
                  <a:cubicBezTo>
                    <a:pt x="482407" y="268504"/>
                    <a:pt x="475682" y="259820"/>
                    <a:pt x="471487" y="250032"/>
                  </a:cubicBezTo>
                  <a:cubicBezTo>
                    <a:pt x="453740" y="208622"/>
                    <a:pt x="477516" y="248357"/>
                    <a:pt x="450056" y="207169"/>
                  </a:cubicBezTo>
                  <a:cubicBezTo>
                    <a:pt x="431666" y="115219"/>
                    <a:pt x="454624" y="238566"/>
                    <a:pt x="435769" y="50007"/>
                  </a:cubicBezTo>
                  <a:cubicBezTo>
                    <a:pt x="435020" y="42514"/>
                    <a:pt x="433446" y="34360"/>
                    <a:pt x="428625" y="28575"/>
                  </a:cubicBezTo>
                  <a:cubicBezTo>
                    <a:pt x="411992" y="8615"/>
                    <a:pt x="399983" y="7122"/>
                    <a:pt x="378619" y="0"/>
                  </a:cubicBezTo>
                  <a:cubicBezTo>
                    <a:pt x="364331" y="4763"/>
                    <a:pt x="350367" y="10635"/>
                    <a:pt x="335756" y="14288"/>
                  </a:cubicBezTo>
                  <a:cubicBezTo>
                    <a:pt x="316706" y="19050"/>
                    <a:pt x="297234" y="22365"/>
                    <a:pt x="278606" y="28575"/>
                  </a:cubicBezTo>
                  <a:cubicBezTo>
                    <a:pt x="271462" y="30956"/>
                    <a:pt x="263910" y="32351"/>
                    <a:pt x="257175" y="35719"/>
                  </a:cubicBezTo>
                  <a:cubicBezTo>
                    <a:pt x="234534" y="47040"/>
                    <a:pt x="239455" y="53558"/>
                    <a:pt x="214312" y="57150"/>
                  </a:cubicBezTo>
                  <a:cubicBezTo>
                    <a:pt x="188275" y="60869"/>
                    <a:pt x="161925" y="61913"/>
                    <a:pt x="135731" y="64294"/>
                  </a:cubicBezTo>
                  <a:cubicBezTo>
                    <a:pt x="123866" y="313445"/>
                    <a:pt x="145073" y="153039"/>
                    <a:pt x="121444" y="235744"/>
                  </a:cubicBezTo>
                  <a:cubicBezTo>
                    <a:pt x="118747" y="245184"/>
                    <a:pt x="118691" y="255537"/>
                    <a:pt x="114300" y="264319"/>
                  </a:cubicBezTo>
                  <a:cubicBezTo>
                    <a:pt x="106621" y="279678"/>
                    <a:pt x="100013" y="297657"/>
                    <a:pt x="85725" y="307182"/>
                  </a:cubicBezTo>
                  <a:lnTo>
                    <a:pt x="64294" y="321469"/>
                  </a:lnTo>
                  <a:cubicBezTo>
                    <a:pt x="46335" y="375342"/>
                    <a:pt x="70562" y="308931"/>
                    <a:pt x="42862" y="364332"/>
                  </a:cubicBezTo>
                  <a:cubicBezTo>
                    <a:pt x="39495" y="371067"/>
                    <a:pt x="38685" y="378842"/>
                    <a:pt x="35719" y="385763"/>
                  </a:cubicBezTo>
                  <a:cubicBezTo>
                    <a:pt x="9231" y="447568"/>
                    <a:pt x="31044" y="385500"/>
                    <a:pt x="14287" y="435769"/>
                  </a:cubicBezTo>
                  <a:cubicBezTo>
                    <a:pt x="6312" y="595292"/>
                    <a:pt x="2381" y="614363"/>
                    <a:pt x="0" y="650082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B9C1177-A751-7B1D-4684-3EC506F6DD1F}"/>
                </a:ext>
              </a:extLst>
            </p:cNvPr>
            <p:cNvSpPr/>
            <p:nvPr/>
          </p:nvSpPr>
          <p:spPr>
            <a:xfrm>
              <a:off x="1275640" y="5586413"/>
              <a:ext cx="888916" cy="428625"/>
            </a:xfrm>
            <a:custGeom>
              <a:avLst/>
              <a:gdLst>
                <a:gd name="csX0" fmla="*/ 17379 w 888916"/>
                <a:gd name="csY0" fmla="*/ 0 h 428625"/>
                <a:gd name="csX1" fmla="*/ 17379 w 888916"/>
                <a:gd name="csY1" fmla="*/ 0 h 428625"/>
                <a:gd name="csX2" fmla="*/ 10235 w 888916"/>
                <a:gd name="csY2" fmla="*/ 400050 h 428625"/>
                <a:gd name="csX3" fmla="*/ 3091 w 888916"/>
                <a:gd name="csY3" fmla="*/ 428625 h 428625"/>
                <a:gd name="csX4" fmla="*/ 288841 w 888916"/>
                <a:gd name="csY4" fmla="*/ 414337 h 428625"/>
                <a:gd name="csX5" fmla="*/ 345991 w 888916"/>
                <a:gd name="csY5" fmla="*/ 400050 h 428625"/>
                <a:gd name="csX6" fmla="*/ 374566 w 888916"/>
                <a:gd name="csY6" fmla="*/ 392906 h 428625"/>
                <a:gd name="csX7" fmla="*/ 431716 w 888916"/>
                <a:gd name="csY7" fmla="*/ 385762 h 428625"/>
                <a:gd name="csX8" fmla="*/ 481723 w 888916"/>
                <a:gd name="csY8" fmla="*/ 378618 h 428625"/>
                <a:gd name="csX9" fmla="*/ 660316 w 888916"/>
                <a:gd name="csY9" fmla="*/ 371475 h 428625"/>
                <a:gd name="csX10" fmla="*/ 838910 w 888916"/>
                <a:gd name="csY10" fmla="*/ 357187 h 428625"/>
                <a:gd name="csX11" fmla="*/ 888916 w 888916"/>
                <a:gd name="csY11" fmla="*/ 350043 h 428625"/>
                <a:gd name="csX12" fmla="*/ 853198 w 888916"/>
                <a:gd name="csY12" fmla="*/ 292893 h 428625"/>
                <a:gd name="csX13" fmla="*/ 838910 w 888916"/>
                <a:gd name="csY13" fmla="*/ 242887 h 428625"/>
                <a:gd name="csX14" fmla="*/ 853198 w 888916"/>
                <a:gd name="csY14" fmla="*/ 200025 h 428625"/>
                <a:gd name="csX15" fmla="*/ 846054 w 888916"/>
                <a:gd name="csY15" fmla="*/ 121443 h 428625"/>
                <a:gd name="csX16" fmla="*/ 810335 w 888916"/>
                <a:gd name="csY16" fmla="*/ 57150 h 428625"/>
                <a:gd name="csX17" fmla="*/ 631741 w 888916"/>
                <a:gd name="csY17" fmla="*/ 50006 h 428625"/>
                <a:gd name="csX18" fmla="*/ 288841 w 888916"/>
                <a:gd name="csY18" fmla="*/ 64293 h 428625"/>
                <a:gd name="csX19" fmla="*/ 110248 w 888916"/>
                <a:gd name="csY19" fmla="*/ 57150 h 428625"/>
                <a:gd name="csX20" fmla="*/ 3091 w 888916"/>
                <a:gd name="csY20" fmla="*/ 35718 h 428625"/>
                <a:gd name="csX21" fmla="*/ 17379 w 888916"/>
                <a:gd name="csY21" fmla="*/ 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88916" h="428625">
                  <a:moveTo>
                    <a:pt x="17379" y="0"/>
                  </a:moveTo>
                  <a:lnTo>
                    <a:pt x="17379" y="0"/>
                  </a:lnTo>
                  <a:cubicBezTo>
                    <a:pt x="14998" y="133350"/>
                    <a:pt x="14678" y="266753"/>
                    <a:pt x="10235" y="400050"/>
                  </a:cubicBezTo>
                  <a:cubicBezTo>
                    <a:pt x="9908" y="409863"/>
                    <a:pt x="-6714" y="428122"/>
                    <a:pt x="3091" y="428625"/>
                  </a:cubicBezTo>
                  <a:lnTo>
                    <a:pt x="288841" y="414337"/>
                  </a:lnTo>
                  <a:lnTo>
                    <a:pt x="345991" y="400050"/>
                  </a:lnTo>
                  <a:cubicBezTo>
                    <a:pt x="355516" y="397669"/>
                    <a:pt x="364824" y="394124"/>
                    <a:pt x="374566" y="392906"/>
                  </a:cubicBezTo>
                  <a:lnTo>
                    <a:pt x="431716" y="385762"/>
                  </a:lnTo>
                  <a:cubicBezTo>
                    <a:pt x="448407" y="383537"/>
                    <a:pt x="464918" y="379668"/>
                    <a:pt x="481723" y="378618"/>
                  </a:cubicBezTo>
                  <a:cubicBezTo>
                    <a:pt x="541186" y="374902"/>
                    <a:pt x="600812" y="374450"/>
                    <a:pt x="660316" y="371475"/>
                  </a:cubicBezTo>
                  <a:cubicBezTo>
                    <a:pt x="717288" y="368626"/>
                    <a:pt x="781363" y="363957"/>
                    <a:pt x="838910" y="357187"/>
                  </a:cubicBezTo>
                  <a:cubicBezTo>
                    <a:pt x="855633" y="355220"/>
                    <a:pt x="872247" y="352424"/>
                    <a:pt x="888916" y="350043"/>
                  </a:cubicBezTo>
                  <a:cubicBezTo>
                    <a:pt x="877010" y="330993"/>
                    <a:pt x="858647" y="314687"/>
                    <a:pt x="853198" y="292893"/>
                  </a:cubicBezTo>
                  <a:cubicBezTo>
                    <a:pt x="844228" y="257013"/>
                    <a:pt x="849159" y="273632"/>
                    <a:pt x="838910" y="242887"/>
                  </a:cubicBezTo>
                  <a:cubicBezTo>
                    <a:pt x="843673" y="228600"/>
                    <a:pt x="854562" y="215023"/>
                    <a:pt x="853198" y="200025"/>
                  </a:cubicBezTo>
                  <a:cubicBezTo>
                    <a:pt x="850817" y="173831"/>
                    <a:pt x="850156" y="147423"/>
                    <a:pt x="846054" y="121443"/>
                  </a:cubicBezTo>
                  <a:cubicBezTo>
                    <a:pt x="840313" y="85086"/>
                    <a:pt x="846417" y="59727"/>
                    <a:pt x="810335" y="57150"/>
                  </a:cubicBezTo>
                  <a:cubicBezTo>
                    <a:pt x="750907" y="52905"/>
                    <a:pt x="691272" y="52387"/>
                    <a:pt x="631741" y="50006"/>
                  </a:cubicBezTo>
                  <a:cubicBezTo>
                    <a:pt x="502333" y="58634"/>
                    <a:pt x="436964" y="64293"/>
                    <a:pt x="288841" y="64293"/>
                  </a:cubicBezTo>
                  <a:cubicBezTo>
                    <a:pt x="229262" y="64293"/>
                    <a:pt x="169779" y="59531"/>
                    <a:pt x="110248" y="57150"/>
                  </a:cubicBezTo>
                  <a:cubicBezTo>
                    <a:pt x="98979" y="55898"/>
                    <a:pt x="18921" y="51548"/>
                    <a:pt x="3091" y="35718"/>
                  </a:cubicBezTo>
                  <a:lnTo>
                    <a:pt x="17379" y="0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E9558FD-A466-ACBC-EF9C-69934E55CE96}"/>
                </a:ext>
              </a:extLst>
            </p:cNvPr>
            <p:cNvSpPr/>
            <p:nvPr/>
          </p:nvSpPr>
          <p:spPr>
            <a:xfrm>
              <a:off x="1292766" y="5965031"/>
              <a:ext cx="1578330" cy="460438"/>
            </a:xfrm>
            <a:custGeom>
              <a:avLst/>
              <a:gdLst>
                <a:gd name="csX0" fmla="*/ 7397 w 1578330"/>
                <a:gd name="csY0" fmla="*/ 107157 h 460438"/>
                <a:gd name="csX1" fmla="*/ 7397 w 1578330"/>
                <a:gd name="csY1" fmla="*/ 107157 h 460438"/>
                <a:gd name="csX2" fmla="*/ 7397 w 1578330"/>
                <a:gd name="csY2" fmla="*/ 457200 h 460438"/>
                <a:gd name="csX3" fmla="*/ 35972 w 1578330"/>
                <a:gd name="csY3" fmla="*/ 450057 h 460438"/>
                <a:gd name="csX4" fmla="*/ 57403 w 1578330"/>
                <a:gd name="csY4" fmla="*/ 435769 h 460438"/>
                <a:gd name="csX5" fmla="*/ 128840 w 1578330"/>
                <a:gd name="csY5" fmla="*/ 421482 h 460438"/>
                <a:gd name="csX6" fmla="*/ 243140 w 1578330"/>
                <a:gd name="csY6" fmla="*/ 407194 h 460438"/>
                <a:gd name="csX7" fmla="*/ 878934 w 1578330"/>
                <a:gd name="csY7" fmla="*/ 400050 h 460438"/>
                <a:gd name="csX8" fmla="*/ 936084 w 1578330"/>
                <a:gd name="csY8" fmla="*/ 385763 h 460438"/>
                <a:gd name="csX9" fmla="*/ 957515 w 1578330"/>
                <a:gd name="csY9" fmla="*/ 378619 h 460438"/>
                <a:gd name="csX10" fmla="*/ 964659 w 1578330"/>
                <a:gd name="csY10" fmla="*/ 357188 h 460438"/>
                <a:gd name="csX11" fmla="*/ 1114678 w 1578330"/>
                <a:gd name="csY11" fmla="*/ 364332 h 460438"/>
                <a:gd name="csX12" fmla="*/ 1207547 w 1578330"/>
                <a:gd name="csY12" fmla="*/ 378619 h 460438"/>
                <a:gd name="csX13" fmla="*/ 1414715 w 1578330"/>
                <a:gd name="csY13" fmla="*/ 371475 h 460438"/>
                <a:gd name="csX14" fmla="*/ 1557590 w 1578330"/>
                <a:gd name="csY14" fmla="*/ 357188 h 460438"/>
                <a:gd name="csX15" fmla="*/ 1564734 w 1578330"/>
                <a:gd name="csY15" fmla="*/ 235744 h 460438"/>
                <a:gd name="csX16" fmla="*/ 1550447 w 1578330"/>
                <a:gd name="csY16" fmla="*/ 192882 h 460438"/>
                <a:gd name="csX17" fmla="*/ 1543303 w 1578330"/>
                <a:gd name="csY17" fmla="*/ 85725 h 460438"/>
                <a:gd name="csX18" fmla="*/ 1529015 w 1578330"/>
                <a:gd name="csY18" fmla="*/ 28575 h 460438"/>
                <a:gd name="csX19" fmla="*/ 1521872 w 1578330"/>
                <a:gd name="csY19" fmla="*/ 0 h 460438"/>
                <a:gd name="csX20" fmla="*/ 1336134 w 1578330"/>
                <a:gd name="csY20" fmla="*/ 14288 h 460438"/>
                <a:gd name="csX21" fmla="*/ 1250409 w 1578330"/>
                <a:gd name="csY21" fmla="*/ 21432 h 460438"/>
                <a:gd name="csX22" fmla="*/ 1143253 w 1578330"/>
                <a:gd name="csY22" fmla="*/ 14288 h 460438"/>
                <a:gd name="csX23" fmla="*/ 836072 w 1578330"/>
                <a:gd name="csY23" fmla="*/ 28575 h 460438"/>
                <a:gd name="csX24" fmla="*/ 793209 w 1578330"/>
                <a:gd name="csY24" fmla="*/ 42863 h 460438"/>
                <a:gd name="csX25" fmla="*/ 771778 w 1578330"/>
                <a:gd name="csY25" fmla="*/ 50007 h 460438"/>
                <a:gd name="csX26" fmla="*/ 636047 w 1578330"/>
                <a:gd name="csY26" fmla="*/ 64294 h 460438"/>
                <a:gd name="csX27" fmla="*/ 564609 w 1578330"/>
                <a:gd name="csY27" fmla="*/ 71438 h 460438"/>
                <a:gd name="csX28" fmla="*/ 521747 w 1578330"/>
                <a:gd name="csY28" fmla="*/ 78582 h 460438"/>
                <a:gd name="csX29" fmla="*/ 500315 w 1578330"/>
                <a:gd name="csY29" fmla="*/ 85725 h 460438"/>
                <a:gd name="csX30" fmla="*/ 443165 w 1578330"/>
                <a:gd name="csY30" fmla="*/ 100013 h 460438"/>
                <a:gd name="csX31" fmla="*/ 371728 w 1578330"/>
                <a:gd name="csY31" fmla="*/ 114300 h 460438"/>
                <a:gd name="csX32" fmla="*/ 314578 w 1578330"/>
                <a:gd name="csY32" fmla="*/ 128588 h 460438"/>
                <a:gd name="csX33" fmla="*/ 257428 w 1578330"/>
                <a:gd name="csY33" fmla="*/ 135732 h 460438"/>
                <a:gd name="csX34" fmla="*/ 7397 w 1578330"/>
                <a:gd name="csY34" fmla="*/ 107157 h 460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78330" h="460438">
                  <a:moveTo>
                    <a:pt x="7397" y="107157"/>
                  </a:moveTo>
                  <a:lnTo>
                    <a:pt x="7397" y="107157"/>
                  </a:lnTo>
                  <a:cubicBezTo>
                    <a:pt x="5771" y="152692"/>
                    <a:pt x="-8402" y="394006"/>
                    <a:pt x="7397" y="457200"/>
                  </a:cubicBezTo>
                  <a:cubicBezTo>
                    <a:pt x="9778" y="466725"/>
                    <a:pt x="26447" y="452438"/>
                    <a:pt x="35972" y="450057"/>
                  </a:cubicBezTo>
                  <a:cubicBezTo>
                    <a:pt x="43116" y="445294"/>
                    <a:pt x="49197" y="438294"/>
                    <a:pt x="57403" y="435769"/>
                  </a:cubicBezTo>
                  <a:cubicBezTo>
                    <a:pt x="80613" y="428627"/>
                    <a:pt x="105281" y="427372"/>
                    <a:pt x="128840" y="421482"/>
                  </a:cubicBezTo>
                  <a:cubicBezTo>
                    <a:pt x="176207" y="409640"/>
                    <a:pt x="173990" y="408563"/>
                    <a:pt x="243140" y="407194"/>
                  </a:cubicBezTo>
                  <a:lnTo>
                    <a:pt x="878934" y="400050"/>
                  </a:lnTo>
                  <a:cubicBezTo>
                    <a:pt x="927931" y="383719"/>
                    <a:pt x="867106" y="403008"/>
                    <a:pt x="936084" y="385763"/>
                  </a:cubicBezTo>
                  <a:cubicBezTo>
                    <a:pt x="943389" y="383937"/>
                    <a:pt x="950371" y="381000"/>
                    <a:pt x="957515" y="378619"/>
                  </a:cubicBezTo>
                  <a:cubicBezTo>
                    <a:pt x="959896" y="371475"/>
                    <a:pt x="957160" y="357870"/>
                    <a:pt x="964659" y="357188"/>
                  </a:cubicBezTo>
                  <a:cubicBezTo>
                    <a:pt x="1014516" y="352656"/>
                    <a:pt x="1064734" y="360888"/>
                    <a:pt x="1114678" y="364332"/>
                  </a:cubicBezTo>
                  <a:cubicBezTo>
                    <a:pt x="1154292" y="367064"/>
                    <a:pt x="1171713" y="371452"/>
                    <a:pt x="1207547" y="378619"/>
                  </a:cubicBezTo>
                  <a:cubicBezTo>
                    <a:pt x="1276603" y="376238"/>
                    <a:pt x="1345747" y="375697"/>
                    <a:pt x="1414715" y="371475"/>
                  </a:cubicBezTo>
                  <a:cubicBezTo>
                    <a:pt x="1462488" y="368550"/>
                    <a:pt x="1557590" y="357188"/>
                    <a:pt x="1557590" y="357188"/>
                  </a:cubicBezTo>
                  <a:cubicBezTo>
                    <a:pt x="1588629" y="310631"/>
                    <a:pt x="1579454" y="333876"/>
                    <a:pt x="1564734" y="235744"/>
                  </a:cubicBezTo>
                  <a:cubicBezTo>
                    <a:pt x="1562500" y="220850"/>
                    <a:pt x="1550447" y="192882"/>
                    <a:pt x="1550447" y="192882"/>
                  </a:cubicBezTo>
                  <a:cubicBezTo>
                    <a:pt x="1548066" y="157163"/>
                    <a:pt x="1546865" y="121346"/>
                    <a:pt x="1543303" y="85725"/>
                  </a:cubicBezTo>
                  <a:cubicBezTo>
                    <a:pt x="1539951" y="52208"/>
                    <a:pt x="1536731" y="55581"/>
                    <a:pt x="1529015" y="28575"/>
                  </a:cubicBezTo>
                  <a:cubicBezTo>
                    <a:pt x="1526318" y="19135"/>
                    <a:pt x="1524253" y="9525"/>
                    <a:pt x="1521872" y="0"/>
                  </a:cubicBezTo>
                  <a:cubicBezTo>
                    <a:pt x="1447265" y="24869"/>
                    <a:pt x="1516465" y="3983"/>
                    <a:pt x="1336134" y="14288"/>
                  </a:cubicBezTo>
                  <a:cubicBezTo>
                    <a:pt x="1307507" y="15924"/>
                    <a:pt x="1278984" y="19051"/>
                    <a:pt x="1250409" y="21432"/>
                  </a:cubicBezTo>
                  <a:cubicBezTo>
                    <a:pt x="1214690" y="19051"/>
                    <a:pt x="1179051" y="14288"/>
                    <a:pt x="1143253" y="14288"/>
                  </a:cubicBezTo>
                  <a:cubicBezTo>
                    <a:pt x="909671" y="14288"/>
                    <a:pt x="958443" y="8182"/>
                    <a:pt x="836072" y="28575"/>
                  </a:cubicBezTo>
                  <a:lnTo>
                    <a:pt x="793209" y="42863"/>
                  </a:lnTo>
                  <a:cubicBezTo>
                    <a:pt x="786065" y="45244"/>
                    <a:pt x="779271" y="49258"/>
                    <a:pt x="771778" y="50007"/>
                  </a:cubicBezTo>
                  <a:lnTo>
                    <a:pt x="636047" y="64294"/>
                  </a:lnTo>
                  <a:cubicBezTo>
                    <a:pt x="612247" y="66799"/>
                    <a:pt x="588356" y="68470"/>
                    <a:pt x="564609" y="71438"/>
                  </a:cubicBezTo>
                  <a:cubicBezTo>
                    <a:pt x="550236" y="73235"/>
                    <a:pt x="535887" y="75440"/>
                    <a:pt x="521747" y="78582"/>
                  </a:cubicBezTo>
                  <a:cubicBezTo>
                    <a:pt x="514396" y="80215"/>
                    <a:pt x="507580" y="83744"/>
                    <a:pt x="500315" y="85725"/>
                  </a:cubicBezTo>
                  <a:cubicBezTo>
                    <a:pt x="481371" y="90892"/>
                    <a:pt x="462420" y="96162"/>
                    <a:pt x="443165" y="100013"/>
                  </a:cubicBezTo>
                  <a:cubicBezTo>
                    <a:pt x="419353" y="104775"/>
                    <a:pt x="394766" y="106620"/>
                    <a:pt x="371728" y="114300"/>
                  </a:cubicBezTo>
                  <a:cubicBezTo>
                    <a:pt x="345651" y="122993"/>
                    <a:pt x="346598" y="123662"/>
                    <a:pt x="314578" y="128588"/>
                  </a:cubicBezTo>
                  <a:cubicBezTo>
                    <a:pt x="295603" y="131507"/>
                    <a:pt x="276621" y="135296"/>
                    <a:pt x="257428" y="135732"/>
                  </a:cubicBezTo>
                  <a:cubicBezTo>
                    <a:pt x="171725" y="137680"/>
                    <a:pt x="49069" y="111920"/>
                    <a:pt x="7397" y="107157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E3F1A98-7391-94A8-644D-CFCB025CE0D7}"/>
                </a:ext>
              </a:extLst>
            </p:cNvPr>
            <p:cNvSpPr/>
            <p:nvPr/>
          </p:nvSpPr>
          <p:spPr>
            <a:xfrm>
              <a:off x="2214563" y="4922044"/>
              <a:ext cx="835818" cy="1021556"/>
            </a:xfrm>
            <a:custGeom>
              <a:avLst/>
              <a:gdLst>
                <a:gd name="csX0" fmla="*/ 0 w 835818"/>
                <a:gd name="csY0" fmla="*/ 742950 h 1021556"/>
                <a:gd name="csX1" fmla="*/ 0 w 835818"/>
                <a:gd name="csY1" fmla="*/ 742950 h 1021556"/>
                <a:gd name="csX2" fmla="*/ 7143 w 835818"/>
                <a:gd name="csY2" fmla="*/ 914400 h 1021556"/>
                <a:gd name="csX3" fmla="*/ 14287 w 835818"/>
                <a:gd name="csY3" fmla="*/ 1014412 h 1021556"/>
                <a:gd name="csX4" fmla="*/ 35718 w 835818"/>
                <a:gd name="csY4" fmla="*/ 1021556 h 1021556"/>
                <a:gd name="csX5" fmla="*/ 78581 w 835818"/>
                <a:gd name="csY5" fmla="*/ 1014412 h 1021556"/>
                <a:gd name="csX6" fmla="*/ 107156 w 835818"/>
                <a:gd name="csY6" fmla="*/ 1007269 h 1021556"/>
                <a:gd name="csX7" fmla="*/ 228600 w 835818"/>
                <a:gd name="csY7" fmla="*/ 1000125 h 1021556"/>
                <a:gd name="csX8" fmla="*/ 821531 w 835818"/>
                <a:gd name="csY8" fmla="*/ 1000125 h 1021556"/>
                <a:gd name="csX9" fmla="*/ 828675 w 835818"/>
                <a:gd name="csY9" fmla="*/ 978694 h 1021556"/>
                <a:gd name="csX10" fmla="*/ 835818 w 835818"/>
                <a:gd name="csY10" fmla="*/ 942975 h 1021556"/>
                <a:gd name="csX11" fmla="*/ 828675 w 835818"/>
                <a:gd name="csY11" fmla="*/ 764381 h 1021556"/>
                <a:gd name="csX12" fmla="*/ 814387 w 835818"/>
                <a:gd name="csY12" fmla="*/ 692944 h 1021556"/>
                <a:gd name="csX13" fmla="*/ 800100 w 835818"/>
                <a:gd name="csY13" fmla="*/ 578644 h 1021556"/>
                <a:gd name="csX14" fmla="*/ 792956 w 835818"/>
                <a:gd name="csY14" fmla="*/ 450056 h 1021556"/>
                <a:gd name="csX15" fmla="*/ 778668 w 835818"/>
                <a:gd name="csY15" fmla="*/ 264319 h 1021556"/>
                <a:gd name="csX16" fmla="*/ 771525 w 835818"/>
                <a:gd name="csY16" fmla="*/ 64294 h 1021556"/>
                <a:gd name="csX17" fmla="*/ 757237 w 835818"/>
                <a:gd name="csY17" fmla="*/ 42862 h 1021556"/>
                <a:gd name="csX18" fmla="*/ 750093 w 835818"/>
                <a:gd name="csY18" fmla="*/ 21431 h 1021556"/>
                <a:gd name="csX19" fmla="*/ 700087 w 835818"/>
                <a:gd name="csY19" fmla="*/ 0 h 1021556"/>
                <a:gd name="csX20" fmla="*/ 578643 w 835818"/>
                <a:gd name="csY20" fmla="*/ 7144 h 1021556"/>
                <a:gd name="csX21" fmla="*/ 528637 w 835818"/>
                <a:gd name="csY21" fmla="*/ 21431 h 1021556"/>
                <a:gd name="csX22" fmla="*/ 500062 w 835818"/>
                <a:gd name="csY22" fmla="*/ 28575 h 1021556"/>
                <a:gd name="csX23" fmla="*/ 450056 w 835818"/>
                <a:gd name="csY23" fmla="*/ 42862 h 1021556"/>
                <a:gd name="csX24" fmla="*/ 414337 w 835818"/>
                <a:gd name="csY24" fmla="*/ 50006 h 1021556"/>
                <a:gd name="csX25" fmla="*/ 385762 w 835818"/>
                <a:gd name="csY25" fmla="*/ 57150 h 1021556"/>
                <a:gd name="csX26" fmla="*/ 242887 w 835818"/>
                <a:gd name="csY26" fmla="*/ 64294 h 1021556"/>
                <a:gd name="csX27" fmla="*/ 207168 w 835818"/>
                <a:gd name="csY27" fmla="*/ 71437 h 1021556"/>
                <a:gd name="csX28" fmla="*/ 214312 w 835818"/>
                <a:gd name="csY28" fmla="*/ 121444 h 1021556"/>
                <a:gd name="csX29" fmla="*/ 242887 w 835818"/>
                <a:gd name="csY29" fmla="*/ 164306 h 1021556"/>
                <a:gd name="csX30" fmla="*/ 271462 w 835818"/>
                <a:gd name="csY30" fmla="*/ 207169 h 1021556"/>
                <a:gd name="csX31" fmla="*/ 292893 w 835818"/>
                <a:gd name="csY31" fmla="*/ 235744 h 1021556"/>
                <a:gd name="csX32" fmla="*/ 307181 w 835818"/>
                <a:gd name="csY32" fmla="*/ 278606 h 1021556"/>
                <a:gd name="csX33" fmla="*/ 314325 w 835818"/>
                <a:gd name="csY33" fmla="*/ 300037 h 1021556"/>
                <a:gd name="csX34" fmla="*/ 328612 w 835818"/>
                <a:gd name="csY34" fmla="*/ 335756 h 1021556"/>
                <a:gd name="csX35" fmla="*/ 342900 w 835818"/>
                <a:gd name="csY35" fmla="*/ 414337 h 1021556"/>
                <a:gd name="csX36" fmla="*/ 357187 w 835818"/>
                <a:gd name="csY36" fmla="*/ 457200 h 1021556"/>
                <a:gd name="csX37" fmla="*/ 371475 w 835818"/>
                <a:gd name="csY37" fmla="*/ 521494 h 1021556"/>
                <a:gd name="csX38" fmla="*/ 378618 w 835818"/>
                <a:gd name="csY38" fmla="*/ 542925 h 1021556"/>
                <a:gd name="csX39" fmla="*/ 407193 w 835818"/>
                <a:gd name="csY39" fmla="*/ 592931 h 1021556"/>
                <a:gd name="csX40" fmla="*/ 428625 w 835818"/>
                <a:gd name="csY40" fmla="*/ 635794 h 1021556"/>
                <a:gd name="csX41" fmla="*/ 435768 w 835818"/>
                <a:gd name="csY41" fmla="*/ 657225 h 1021556"/>
                <a:gd name="csX42" fmla="*/ 428625 w 835818"/>
                <a:gd name="csY42" fmla="*/ 685800 h 1021556"/>
                <a:gd name="csX43" fmla="*/ 400050 w 835818"/>
                <a:gd name="csY43" fmla="*/ 700087 h 1021556"/>
                <a:gd name="csX44" fmla="*/ 350043 w 835818"/>
                <a:gd name="csY44" fmla="*/ 714375 h 1021556"/>
                <a:gd name="csX45" fmla="*/ 78581 w 835818"/>
                <a:gd name="csY45" fmla="*/ 714375 h 1021556"/>
                <a:gd name="csX46" fmla="*/ 35718 w 835818"/>
                <a:gd name="csY46" fmla="*/ 721519 h 1021556"/>
                <a:gd name="csX47" fmla="*/ 0 w 835818"/>
                <a:gd name="csY47" fmla="*/ 742950 h 1021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835818" h="1021556">
                  <a:moveTo>
                    <a:pt x="0" y="742950"/>
                  </a:moveTo>
                  <a:lnTo>
                    <a:pt x="0" y="742950"/>
                  </a:lnTo>
                  <a:cubicBezTo>
                    <a:pt x="2381" y="800100"/>
                    <a:pt x="4137" y="857279"/>
                    <a:pt x="7143" y="914400"/>
                  </a:cubicBezTo>
                  <a:cubicBezTo>
                    <a:pt x="8900" y="947776"/>
                    <a:pt x="5675" y="982118"/>
                    <a:pt x="14287" y="1014412"/>
                  </a:cubicBezTo>
                  <a:cubicBezTo>
                    <a:pt x="16227" y="1021688"/>
                    <a:pt x="28574" y="1019175"/>
                    <a:pt x="35718" y="1021556"/>
                  </a:cubicBezTo>
                  <a:cubicBezTo>
                    <a:pt x="50006" y="1019175"/>
                    <a:pt x="64378" y="1017253"/>
                    <a:pt x="78581" y="1014412"/>
                  </a:cubicBezTo>
                  <a:cubicBezTo>
                    <a:pt x="88208" y="1012487"/>
                    <a:pt x="97382" y="1008200"/>
                    <a:pt x="107156" y="1007269"/>
                  </a:cubicBezTo>
                  <a:cubicBezTo>
                    <a:pt x="147525" y="1003425"/>
                    <a:pt x="188119" y="1002506"/>
                    <a:pt x="228600" y="1000125"/>
                  </a:cubicBezTo>
                  <a:cubicBezTo>
                    <a:pt x="398231" y="1004366"/>
                    <a:pt x="653983" y="1015357"/>
                    <a:pt x="821531" y="1000125"/>
                  </a:cubicBezTo>
                  <a:cubicBezTo>
                    <a:pt x="829030" y="999443"/>
                    <a:pt x="826849" y="985999"/>
                    <a:pt x="828675" y="978694"/>
                  </a:cubicBezTo>
                  <a:cubicBezTo>
                    <a:pt x="831620" y="966914"/>
                    <a:pt x="833437" y="954881"/>
                    <a:pt x="835818" y="942975"/>
                  </a:cubicBezTo>
                  <a:cubicBezTo>
                    <a:pt x="833437" y="883444"/>
                    <a:pt x="833763" y="823742"/>
                    <a:pt x="828675" y="764381"/>
                  </a:cubicBezTo>
                  <a:cubicBezTo>
                    <a:pt x="826601" y="740186"/>
                    <a:pt x="817399" y="717040"/>
                    <a:pt x="814387" y="692944"/>
                  </a:cubicBezTo>
                  <a:lnTo>
                    <a:pt x="800100" y="578644"/>
                  </a:lnTo>
                  <a:cubicBezTo>
                    <a:pt x="797719" y="535781"/>
                    <a:pt x="795876" y="492885"/>
                    <a:pt x="792956" y="450056"/>
                  </a:cubicBezTo>
                  <a:cubicBezTo>
                    <a:pt x="788732" y="388105"/>
                    <a:pt x="778668" y="264319"/>
                    <a:pt x="778668" y="264319"/>
                  </a:cubicBezTo>
                  <a:cubicBezTo>
                    <a:pt x="776287" y="197644"/>
                    <a:pt x="777951" y="130701"/>
                    <a:pt x="771525" y="64294"/>
                  </a:cubicBezTo>
                  <a:cubicBezTo>
                    <a:pt x="770698" y="55748"/>
                    <a:pt x="761077" y="50542"/>
                    <a:pt x="757237" y="42862"/>
                  </a:cubicBezTo>
                  <a:cubicBezTo>
                    <a:pt x="753869" y="36127"/>
                    <a:pt x="755418" y="26756"/>
                    <a:pt x="750093" y="21431"/>
                  </a:cubicBezTo>
                  <a:cubicBezTo>
                    <a:pt x="741267" y="12605"/>
                    <a:pt x="712894" y="4269"/>
                    <a:pt x="700087" y="0"/>
                  </a:cubicBezTo>
                  <a:cubicBezTo>
                    <a:pt x="659606" y="2381"/>
                    <a:pt x="619012" y="3300"/>
                    <a:pt x="578643" y="7144"/>
                  </a:cubicBezTo>
                  <a:cubicBezTo>
                    <a:pt x="561887" y="8740"/>
                    <a:pt x="544714" y="16837"/>
                    <a:pt x="528637" y="21431"/>
                  </a:cubicBezTo>
                  <a:cubicBezTo>
                    <a:pt x="519197" y="24128"/>
                    <a:pt x="509502" y="25878"/>
                    <a:pt x="500062" y="28575"/>
                  </a:cubicBezTo>
                  <a:cubicBezTo>
                    <a:pt x="458291" y="40510"/>
                    <a:pt x="500312" y="31694"/>
                    <a:pt x="450056" y="42862"/>
                  </a:cubicBezTo>
                  <a:cubicBezTo>
                    <a:pt x="438203" y="45496"/>
                    <a:pt x="426190" y="47372"/>
                    <a:pt x="414337" y="50006"/>
                  </a:cubicBezTo>
                  <a:cubicBezTo>
                    <a:pt x="404753" y="52136"/>
                    <a:pt x="395546" y="56335"/>
                    <a:pt x="385762" y="57150"/>
                  </a:cubicBezTo>
                  <a:cubicBezTo>
                    <a:pt x="338242" y="61110"/>
                    <a:pt x="290512" y="61913"/>
                    <a:pt x="242887" y="64294"/>
                  </a:cubicBezTo>
                  <a:cubicBezTo>
                    <a:pt x="230981" y="66675"/>
                    <a:pt x="212598" y="60577"/>
                    <a:pt x="207168" y="71437"/>
                  </a:cubicBezTo>
                  <a:cubicBezTo>
                    <a:pt x="199638" y="86498"/>
                    <a:pt x="211010" y="104933"/>
                    <a:pt x="214312" y="121444"/>
                  </a:cubicBezTo>
                  <a:cubicBezTo>
                    <a:pt x="220618" y="152972"/>
                    <a:pt x="221542" y="136863"/>
                    <a:pt x="242887" y="164306"/>
                  </a:cubicBezTo>
                  <a:cubicBezTo>
                    <a:pt x="253429" y="177860"/>
                    <a:pt x="261159" y="193432"/>
                    <a:pt x="271462" y="207169"/>
                  </a:cubicBezTo>
                  <a:lnTo>
                    <a:pt x="292893" y="235744"/>
                  </a:lnTo>
                  <a:lnTo>
                    <a:pt x="307181" y="278606"/>
                  </a:lnTo>
                  <a:cubicBezTo>
                    <a:pt x="309562" y="285750"/>
                    <a:pt x="311528" y="293045"/>
                    <a:pt x="314325" y="300037"/>
                  </a:cubicBezTo>
                  <a:lnTo>
                    <a:pt x="328612" y="335756"/>
                  </a:lnTo>
                  <a:cubicBezTo>
                    <a:pt x="330947" y="349763"/>
                    <a:pt x="338620" y="398643"/>
                    <a:pt x="342900" y="414337"/>
                  </a:cubicBezTo>
                  <a:cubicBezTo>
                    <a:pt x="346863" y="428867"/>
                    <a:pt x="354233" y="442432"/>
                    <a:pt x="357187" y="457200"/>
                  </a:cubicBezTo>
                  <a:cubicBezTo>
                    <a:pt x="362099" y="481759"/>
                    <a:pt x="364748" y="497948"/>
                    <a:pt x="371475" y="521494"/>
                  </a:cubicBezTo>
                  <a:cubicBezTo>
                    <a:pt x="373544" y="528734"/>
                    <a:pt x="375652" y="536004"/>
                    <a:pt x="378618" y="542925"/>
                  </a:cubicBezTo>
                  <a:cubicBezTo>
                    <a:pt x="416182" y="630576"/>
                    <a:pt x="371329" y="521203"/>
                    <a:pt x="407193" y="592931"/>
                  </a:cubicBezTo>
                  <a:cubicBezTo>
                    <a:pt x="436768" y="652081"/>
                    <a:pt x="387680" y="574376"/>
                    <a:pt x="428625" y="635794"/>
                  </a:cubicBezTo>
                  <a:cubicBezTo>
                    <a:pt x="431006" y="642938"/>
                    <a:pt x="435768" y="649695"/>
                    <a:pt x="435768" y="657225"/>
                  </a:cubicBezTo>
                  <a:cubicBezTo>
                    <a:pt x="435768" y="667043"/>
                    <a:pt x="434910" y="678258"/>
                    <a:pt x="428625" y="685800"/>
                  </a:cubicBezTo>
                  <a:cubicBezTo>
                    <a:pt x="421808" y="693981"/>
                    <a:pt x="409838" y="695892"/>
                    <a:pt x="400050" y="700087"/>
                  </a:cubicBezTo>
                  <a:cubicBezTo>
                    <a:pt x="385702" y="706236"/>
                    <a:pt x="364544" y="710750"/>
                    <a:pt x="350043" y="714375"/>
                  </a:cubicBezTo>
                  <a:cubicBezTo>
                    <a:pt x="203760" y="707409"/>
                    <a:pt x="214166" y="702585"/>
                    <a:pt x="78581" y="714375"/>
                  </a:cubicBezTo>
                  <a:cubicBezTo>
                    <a:pt x="64151" y="715630"/>
                    <a:pt x="50034" y="719317"/>
                    <a:pt x="35718" y="721519"/>
                  </a:cubicBezTo>
                  <a:cubicBezTo>
                    <a:pt x="-15091" y="729335"/>
                    <a:pt x="5953" y="739378"/>
                    <a:pt x="0" y="742950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8B6CF86-1AEF-BE6C-9A43-8D70112B7D34}"/>
                </a:ext>
              </a:extLst>
            </p:cNvPr>
            <p:cNvSpPr/>
            <p:nvPr/>
          </p:nvSpPr>
          <p:spPr>
            <a:xfrm>
              <a:off x="2921794" y="4914900"/>
              <a:ext cx="400182" cy="1464469"/>
            </a:xfrm>
            <a:custGeom>
              <a:avLst/>
              <a:gdLst>
                <a:gd name="csX0" fmla="*/ 0 w 400182"/>
                <a:gd name="csY0" fmla="*/ 1078706 h 1464469"/>
                <a:gd name="csX1" fmla="*/ 0 w 400182"/>
                <a:gd name="csY1" fmla="*/ 1078706 h 1464469"/>
                <a:gd name="csX2" fmla="*/ 14287 w 400182"/>
                <a:gd name="csY2" fmla="*/ 1371600 h 1464469"/>
                <a:gd name="csX3" fmla="*/ 28575 w 400182"/>
                <a:gd name="csY3" fmla="*/ 1464469 h 1464469"/>
                <a:gd name="csX4" fmla="*/ 164306 w 400182"/>
                <a:gd name="csY4" fmla="*/ 1457325 h 1464469"/>
                <a:gd name="csX5" fmla="*/ 185737 w 400182"/>
                <a:gd name="csY5" fmla="*/ 1450181 h 1464469"/>
                <a:gd name="csX6" fmla="*/ 221456 w 400182"/>
                <a:gd name="csY6" fmla="*/ 1443038 h 1464469"/>
                <a:gd name="csX7" fmla="*/ 264319 w 400182"/>
                <a:gd name="csY7" fmla="*/ 1428750 h 1464469"/>
                <a:gd name="csX8" fmla="*/ 292894 w 400182"/>
                <a:gd name="csY8" fmla="*/ 1421606 h 1464469"/>
                <a:gd name="csX9" fmla="*/ 314325 w 400182"/>
                <a:gd name="csY9" fmla="*/ 1414463 h 1464469"/>
                <a:gd name="csX10" fmla="*/ 371475 w 400182"/>
                <a:gd name="csY10" fmla="*/ 1400175 h 1464469"/>
                <a:gd name="csX11" fmla="*/ 392906 w 400182"/>
                <a:gd name="csY11" fmla="*/ 1385888 h 1464469"/>
                <a:gd name="csX12" fmla="*/ 400050 w 400182"/>
                <a:gd name="csY12" fmla="*/ 1357313 h 1464469"/>
                <a:gd name="csX13" fmla="*/ 385762 w 400182"/>
                <a:gd name="csY13" fmla="*/ 1321594 h 1464469"/>
                <a:gd name="csX14" fmla="*/ 364331 w 400182"/>
                <a:gd name="csY14" fmla="*/ 1264444 h 1464469"/>
                <a:gd name="csX15" fmla="*/ 357187 w 400182"/>
                <a:gd name="csY15" fmla="*/ 1228725 h 1464469"/>
                <a:gd name="csX16" fmla="*/ 342900 w 400182"/>
                <a:gd name="csY16" fmla="*/ 1171575 h 1464469"/>
                <a:gd name="csX17" fmla="*/ 335756 w 400182"/>
                <a:gd name="csY17" fmla="*/ 1128713 h 1464469"/>
                <a:gd name="csX18" fmla="*/ 342900 w 400182"/>
                <a:gd name="csY18" fmla="*/ 800100 h 1464469"/>
                <a:gd name="csX19" fmla="*/ 357187 w 400182"/>
                <a:gd name="csY19" fmla="*/ 657225 h 1464469"/>
                <a:gd name="csX20" fmla="*/ 342900 w 400182"/>
                <a:gd name="csY20" fmla="*/ 578644 h 1464469"/>
                <a:gd name="csX21" fmla="*/ 335756 w 400182"/>
                <a:gd name="csY21" fmla="*/ 521494 h 1464469"/>
                <a:gd name="csX22" fmla="*/ 328612 w 400182"/>
                <a:gd name="csY22" fmla="*/ 171450 h 1464469"/>
                <a:gd name="csX23" fmla="*/ 314325 w 400182"/>
                <a:gd name="csY23" fmla="*/ 57150 h 1464469"/>
                <a:gd name="csX24" fmla="*/ 307181 w 400182"/>
                <a:gd name="csY24" fmla="*/ 21431 h 1464469"/>
                <a:gd name="csX25" fmla="*/ 292894 w 400182"/>
                <a:gd name="csY25" fmla="*/ 0 h 1464469"/>
                <a:gd name="csX26" fmla="*/ 171450 w 400182"/>
                <a:gd name="csY26" fmla="*/ 14288 h 1464469"/>
                <a:gd name="csX27" fmla="*/ 114300 w 400182"/>
                <a:gd name="csY27" fmla="*/ 28575 h 1464469"/>
                <a:gd name="csX28" fmla="*/ 92869 w 400182"/>
                <a:gd name="csY28" fmla="*/ 107156 h 1464469"/>
                <a:gd name="csX29" fmla="*/ 78581 w 400182"/>
                <a:gd name="csY29" fmla="*/ 171450 h 1464469"/>
                <a:gd name="csX30" fmla="*/ 85725 w 400182"/>
                <a:gd name="csY30" fmla="*/ 314325 h 1464469"/>
                <a:gd name="csX31" fmla="*/ 100012 w 400182"/>
                <a:gd name="csY31" fmla="*/ 392906 h 1464469"/>
                <a:gd name="csX32" fmla="*/ 107156 w 400182"/>
                <a:gd name="csY32" fmla="*/ 485775 h 1464469"/>
                <a:gd name="csX33" fmla="*/ 121444 w 400182"/>
                <a:gd name="csY33" fmla="*/ 592931 h 1464469"/>
                <a:gd name="csX34" fmla="*/ 142875 w 400182"/>
                <a:gd name="csY34" fmla="*/ 692944 h 1464469"/>
                <a:gd name="csX35" fmla="*/ 150019 w 400182"/>
                <a:gd name="csY35" fmla="*/ 742950 h 1464469"/>
                <a:gd name="csX36" fmla="*/ 157162 w 400182"/>
                <a:gd name="csY36" fmla="*/ 785813 h 1464469"/>
                <a:gd name="csX37" fmla="*/ 164306 w 400182"/>
                <a:gd name="csY37" fmla="*/ 864394 h 1464469"/>
                <a:gd name="csX38" fmla="*/ 157162 w 400182"/>
                <a:gd name="csY38" fmla="*/ 1007269 h 1464469"/>
                <a:gd name="csX39" fmla="*/ 150019 w 400182"/>
                <a:gd name="csY39" fmla="*/ 1028700 h 1464469"/>
                <a:gd name="csX40" fmla="*/ 107156 w 400182"/>
                <a:gd name="csY40" fmla="*/ 1050131 h 1464469"/>
                <a:gd name="csX41" fmla="*/ 28575 w 400182"/>
                <a:gd name="csY41" fmla="*/ 1057275 h 1464469"/>
                <a:gd name="csX42" fmla="*/ 7144 w 400182"/>
                <a:gd name="csY42" fmla="*/ 1064419 h 1464469"/>
                <a:gd name="csX43" fmla="*/ 0 w 400182"/>
                <a:gd name="csY43" fmla="*/ 1078706 h 1464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00182" h="1464469">
                  <a:moveTo>
                    <a:pt x="0" y="1078706"/>
                  </a:moveTo>
                  <a:lnTo>
                    <a:pt x="0" y="1078706"/>
                  </a:lnTo>
                  <a:cubicBezTo>
                    <a:pt x="12900" y="1517300"/>
                    <a:pt x="-5403" y="1204226"/>
                    <a:pt x="14287" y="1371600"/>
                  </a:cubicBezTo>
                  <a:cubicBezTo>
                    <a:pt x="24332" y="1456986"/>
                    <a:pt x="13186" y="1418304"/>
                    <a:pt x="28575" y="1464469"/>
                  </a:cubicBezTo>
                  <a:cubicBezTo>
                    <a:pt x="73819" y="1462088"/>
                    <a:pt x="119186" y="1461427"/>
                    <a:pt x="164306" y="1457325"/>
                  </a:cubicBezTo>
                  <a:cubicBezTo>
                    <a:pt x="171805" y="1456643"/>
                    <a:pt x="178432" y="1452007"/>
                    <a:pt x="185737" y="1450181"/>
                  </a:cubicBezTo>
                  <a:cubicBezTo>
                    <a:pt x="197517" y="1447236"/>
                    <a:pt x="209742" y="1446233"/>
                    <a:pt x="221456" y="1443038"/>
                  </a:cubicBezTo>
                  <a:cubicBezTo>
                    <a:pt x="235986" y="1439075"/>
                    <a:pt x="249708" y="1432403"/>
                    <a:pt x="264319" y="1428750"/>
                  </a:cubicBezTo>
                  <a:cubicBezTo>
                    <a:pt x="273844" y="1426369"/>
                    <a:pt x="283454" y="1424303"/>
                    <a:pt x="292894" y="1421606"/>
                  </a:cubicBezTo>
                  <a:cubicBezTo>
                    <a:pt x="300134" y="1419537"/>
                    <a:pt x="307020" y="1416289"/>
                    <a:pt x="314325" y="1414463"/>
                  </a:cubicBezTo>
                  <a:cubicBezTo>
                    <a:pt x="330630" y="1410387"/>
                    <a:pt x="355144" y="1408340"/>
                    <a:pt x="371475" y="1400175"/>
                  </a:cubicBezTo>
                  <a:cubicBezTo>
                    <a:pt x="379154" y="1396335"/>
                    <a:pt x="385762" y="1390650"/>
                    <a:pt x="392906" y="1385888"/>
                  </a:cubicBezTo>
                  <a:cubicBezTo>
                    <a:pt x="395287" y="1376363"/>
                    <a:pt x="401134" y="1367071"/>
                    <a:pt x="400050" y="1357313"/>
                  </a:cubicBezTo>
                  <a:cubicBezTo>
                    <a:pt x="398634" y="1344568"/>
                    <a:pt x="389817" y="1333760"/>
                    <a:pt x="385762" y="1321594"/>
                  </a:cubicBezTo>
                  <a:cubicBezTo>
                    <a:pt x="366308" y="1263232"/>
                    <a:pt x="393562" y="1322903"/>
                    <a:pt x="364331" y="1264444"/>
                  </a:cubicBezTo>
                  <a:cubicBezTo>
                    <a:pt x="361950" y="1252538"/>
                    <a:pt x="359917" y="1240556"/>
                    <a:pt x="357187" y="1228725"/>
                  </a:cubicBezTo>
                  <a:cubicBezTo>
                    <a:pt x="352772" y="1209592"/>
                    <a:pt x="346128" y="1190944"/>
                    <a:pt x="342900" y="1171575"/>
                  </a:cubicBezTo>
                  <a:lnTo>
                    <a:pt x="335756" y="1128713"/>
                  </a:lnTo>
                  <a:cubicBezTo>
                    <a:pt x="338137" y="1019175"/>
                    <a:pt x="339310" y="909605"/>
                    <a:pt x="342900" y="800100"/>
                  </a:cubicBezTo>
                  <a:cubicBezTo>
                    <a:pt x="346018" y="704999"/>
                    <a:pt x="344664" y="719849"/>
                    <a:pt x="357187" y="657225"/>
                  </a:cubicBezTo>
                  <a:cubicBezTo>
                    <a:pt x="351036" y="626468"/>
                    <a:pt x="347468" y="610620"/>
                    <a:pt x="342900" y="578644"/>
                  </a:cubicBezTo>
                  <a:cubicBezTo>
                    <a:pt x="340185" y="559639"/>
                    <a:pt x="338137" y="540544"/>
                    <a:pt x="335756" y="521494"/>
                  </a:cubicBezTo>
                  <a:cubicBezTo>
                    <a:pt x="333375" y="404813"/>
                    <a:pt x="333993" y="288032"/>
                    <a:pt x="328612" y="171450"/>
                  </a:cubicBezTo>
                  <a:cubicBezTo>
                    <a:pt x="326842" y="133094"/>
                    <a:pt x="321855" y="94801"/>
                    <a:pt x="314325" y="57150"/>
                  </a:cubicBezTo>
                  <a:cubicBezTo>
                    <a:pt x="311944" y="45244"/>
                    <a:pt x="311444" y="32800"/>
                    <a:pt x="307181" y="21431"/>
                  </a:cubicBezTo>
                  <a:cubicBezTo>
                    <a:pt x="304166" y="13392"/>
                    <a:pt x="297656" y="7144"/>
                    <a:pt x="292894" y="0"/>
                  </a:cubicBezTo>
                  <a:cubicBezTo>
                    <a:pt x="114337" y="12754"/>
                    <a:pt x="240592" y="-4569"/>
                    <a:pt x="171450" y="14288"/>
                  </a:cubicBezTo>
                  <a:cubicBezTo>
                    <a:pt x="152506" y="19455"/>
                    <a:pt x="114300" y="28575"/>
                    <a:pt x="114300" y="28575"/>
                  </a:cubicBezTo>
                  <a:cubicBezTo>
                    <a:pt x="100946" y="68636"/>
                    <a:pt x="108984" y="42696"/>
                    <a:pt x="92869" y="107156"/>
                  </a:cubicBezTo>
                  <a:cubicBezTo>
                    <a:pt x="82778" y="147520"/>
                    <a:pt x="87653" y="126092"/>
                    <a:pt x="78581" y="171450"/>
                  </a:cubicBezTo>
                  <a:cubicBezTo>
                    <a:pt x="80962" y="219075"/>
                    <a:pt x="82068" y="266781"/>
                    <a:pt x="85725" y="314325"/>
                  </a:cubicBezTo>
                  <a:cubicBezTo>
                    <a:pt x="86867" y="329170"/>
                    <a:pt x="96733" y="376509"/>
                    <a:pt x="100012" y="392906"/>
                  </a:cubicBezTo>
                  <a:cubicBezTo>
                    <a:pt x="102393" y="423862"/>
                    <a:pt x="104212" y="454867"/>
                    <a:pt x="107156" y="485775"/>
                  </a:cubicBezTo>
                  <a:cubicBezTo>
                    <a:pt x="108762" y="502635"/>
                    <a:pt x="118274" y="573910"/>
                    <a:pt x="121444" y="592931"/>
                  </a:cubicBezTo>
                  <a:cubicBezTo>
                    <a:pt x="127066" y="626665"/>
                    <a:pt x="137252" y="659210"/>
                    <a:pt x="142875" y="692944"/>
                  </a:cubicBezTo>
                  <a:cubicBezTo>
                    <a:pt x="145643" y="709553"/>
                    <a:pt x="147459" y="726308"/>
                    <a:pt x="150019" y="742950"/>
                  </a:cubicBezTo>
                  <a:cubicBezTo>
                    <a:pt x="152221" y="757266"/>
                    <a:pt x="155470" y="771428"/>
                    <a:pt x="157162" y="785813"/>
                  </a:cubicBezTo>
                  <a:cubicBezTo>
                    <a:pt x="160235" y="811935"/>
                    <a:pt x="161925" y="838200"/>
                    <a:pt x="164306" y="864394"/>
                  </a:cubicBezTo>
                  <a:cubicBezTo>
                    <a:pt x="161925" y="912019"/>
                    <a:pt x="161293" y="959764"/>
                    <a:pt x="157162" y="1007269"/>
                  </a:cubicBezTo>
                  <a:cubicBezTo>
                    <a:pt x="156510" y="1014771"/>
                    <a:pt x="154723" y="1022820"/>
                    <a:pt x="150019" y="1028700"/>
                  </a:cubicBezTo>
                  <a:cubicBezTo>
                    <a:pt x="142716" y="1037829"/>
                    <a:pt x="118846" y="1048461"/>
                    <a:pt x="107156" y="1050131"/>
                  </a:cubicBezTo>
                  <a:cubicBezTo>
                    <a:pt x="81119" y="1053851"/>
                    <a:pt x="54769" y="1054894"/>
                    <a:pt x="28575" y="1057275"/>
                  </a:cubicBezTo>
                  <a:cubicBezTo>
                    <a:pt x="21431" y="1059656"/>
                    <a:pt x="13879" y="1061051"/>
                    <a:pt x="7144" y="1064419"/>
                  </a:cubicBezTo>
                  <a:cubicBezTo>
                    <a:pt x="-535" y="1068259"/>
                    <a:pt x="1191" y="1076325"/>
                    <a:pt x="0" y="1078706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68BB2E6-6BCD-219B-A7DB-D35D53006944}"/>
                </a:ext>
              </a:extLst>
            </p:cNvPr>
            <p:cNvSpPr/>
            <p:nvPr/>
          </p:nvSpPr>
          <p:spPr>
            <a:xfrm>
              <a:off x="3328988" y="5507831"/>
              <a:ext cx="542925" cy="850107"/>
            </a:xfrm>
            <a:custGeom>
              <a:avLst/>
              <a:gdLst>
                <a:gd name="csX0" fmla="*/ 57150 w 542925"/>
                <a:gd name="csY0" fmla="*/ 850107 h 850107"/>
                <a:gd name="csX1" fmla="*/ 57150 w 542925"/>
                <a:gd name="csY1" fmla="*/ 850107 h 850107"/>
                <a:gd name="csX2" fmla="*/ 21431 w 542925"/>
                <a:gd name="csY2" fmla="*/ 714375 h 850107"/>
                <a:gd name="csX3" fmla="*/ 7143 w 542925"/>
                <a:gd name="csY3" fmla="*/ 642938 h 850107"/>
                <a:gd name="csX4" fmla="*/ 0 w 542925"/>
                <a:gd name="csY4" fmla="*/ 507207 h 850107"/>
                <a:gd name="csX5" fmla="*/ 14287 w 542925"/>
                <a:gd name="csY5" fmla="*/ 250032 h 850107"/>
                <a:gd name="csX6" fmla="*/ 21431 w 542925"/>
                <a:gd name="csY6" fmla="*/ 178594 h 850107"/>
                <a:gd name="csX7" fmla="*/ 28575 w 542925"/>
                <a:gd name="csY7" fmla="*/ 71438 h 850107"/>
                <a:gd name="csX8" fmla="*/ 42862 w 542925"/>
                <a:gd name="csY8" fmla="*/ 28575 h 850107"/>
                <a:gd name="csX9" fmla="*/ 64293 w 542925"/>
                <a:gd name="csY9" fmla="*/ 14288 h 850107"/>
                <a:gd name="csX10" fmla="*/ 107156 w 542925"/>
                <a:gd name="csY10" fmla="*/ 0 h 850107"/>
                <a:gd name="csX11" fmla="*/ 185737 w 542925"/>
                <a:gd name="csY11" fmla="*/ 7144 h 850107"/>
                <a:gd name="csX12" fmla="*/ 228600 w 542925"/>
                <a:gd name="csY12" fmla="*/ 28575 h 850107"/>
                <a:gd name="csX13" fmla="*/ 250031 w 542925"/>
                <a:gd name="csY13" fmla="*/ 35719 h 850107"/>
                <a:gd name="csX14" fmla="*/ 342900 w 542925"/>
                <a:gd name="csY14" fmla="*/ 50007 h 850107"/>
                <a:gd name="csX15" fmla="*/ 442912 w 542925"/>
                <a:gd name="csY15" fmla="*/ 42863 h 850107"/>
                <a:gd name="csX16" fmla="*/ 464343 w 542925"/>
                <a:gd name="csY16" fmla="*/ 35719 h 850107"/>
                <a:gd name="csX17" fmla="*/ 507206 w 542925"/>
                <a:gd name="csY17" fmla="*/ 42863 h 850107"/>
                <a:gd name="csX18" fmla="*/ 514350 w 542925"/>
                <a:gd name="csY18" fmla="*/ 500063 h 850107"/>
                <a:gd name="csX19" fmla="*/ 521493 w 542925"/>
                <a:gd name="csY19" fmla="*/ 714375 h 850107"/>
                <a:gd name="csX20" fmla="*/ 535781 w 542925"/>
                <a:gd name="csY20" fmla="*/ 764382 h 850107"/>
                <a:gd name="csX21" fmla="*/ 542925 w 542925"/>
                <a:gd name="csY21" fmla="*/ 792957 h 850107"/>
                <a:gd name="csX22" fmla="*/ 535781 w 542925"/>
                <a:gd name="csY22" fmla="*/ 821532 h 850107"/>
                <a:gd name="csX23" fmla="*/ 192881 w 542925"/>
                <a:gd name="csY23" fmla="*/ 835819 h 850107"/>
                <a:gd name="csX24" fmla="*/ 78581 w 542925"/>
                <a:gd name="csY24" fmla="*/ 850107 h 850107"/>
                <a:gd name="csX25" fmla="*/ 57150 w 542925"/>
                <a:gd name="csY25" fmla="*/ 850107 h 850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542925" h="850107">
                  <a:moveTo>
                    <a:pt x="57150" y="850107"/>
                  </a:moveTo>
                  <a:lnTo>
                    <a:pt x="57150" y="850107"/>
                  </a:lnTo>
                  <a:cubicBezTo>
                    <a:pt x="13050" y="717806"/>
                    <a:pt x="38537" y="811307"/>
                    <a:pt x="21431" y="714375"/>
                  </a:cubicBezTo>
                  <a:cubicBezTo>
                    <a:pt x="17211" y="690461"/>
                    <a:pt x="7143" y="642938"/>
                    <a:pt x="7143" y="642938"/>
                  </a:cubicBezTo>
                  <a:cubicBezTo>
                    <a:pt x="4762" y="597694"/>
                    <a:pt x="0" y="552513"/>
                    <a:pt x="0" y="507207"/>
                  </a:cubicBezTo>
                  <a:cubicBezTo>
                    <a:pt x="0" y="422533"/>
                    <a:pt x="6572" y="334897"/>
                    <a:pt x="14287" y="250032"/>
                  </a:cubicBezTo>
                  <a:cubicBezTo>
                    <a:pt x="16454" y="226199"/>
                    <a:pt x="19523" y="202449"/>
                    <a:pt x="21431" y="178594"/>
                  </a:cubicBezTo>
                  <a:cubicBezTo>
                    <a:pt x="24286" y="142910"/>
                    <a:pt x="23512" y="106876"/>
                    <a:pt x="28575" y="71438"/>
                  </a:cubicBezTo>
                  <a:cubicBezTo>
                    <a:pt x="30705" y="56529"/>
                    <a:pt x="30331" y="36929"/>
                    <a:pt x="42862" y="28575"/>
                  </a:cubicBezTo>
                  <a:cubicBezTo>
                    <a:pt x="50006" y="23813"/>
                    <a:pt x="56447" y="17775"/>
                    <a:pt x="64293" y="14288"/>
                  </a:cubicBezTo>
                  <a:cubicBezTo>
                    <a:pt x="78056" y="8171"/>
                    <a:pt x="107156" y="0"/>
                    <a:pt x="107156" y="0"/>
                  </a:cubicBezTo>
                  <a:cubicBezTo>
                    <a:pt x="133350" y="2381"/>
                    <a:pt x="159700" y="3424"/>
                    <a:pt x="185737" y="7144"/>
                  </a:cubicBezTo>
                  <a:cubicBezTo>
                    <a:pt x="210872" y="10735"/>
                    <a:pt x="205966" y="17258"/>
                    <a:pt x="228600" y="28575"/>
                  </a:cubicBezTo>
                  <a:cubicBezTo>
                    <a:pt x="235335" y="31943"/>
                    <a:pt x="242680" y="34085"/>
                    <a:pt x="250031" y="35719"/>
                  </a:cubicBezTo>
                  <a:cubicBezTo>
                    <a:pt x="267874" y="39684"/>
                    <a:pt x="326947" y="47728"/>
                    <a:pt x="342900" y="50007"/>
                  </a:cubicBezTo>
                  <a:cubicBezTo>
                    <a:pt x="376237" y="47626"/>
                    <a:pt x="409719" y="46768"/>
                    <a:pt x="442912" y="42863"/>
                  </a:cubicBezTo>
                  <a:cubicBezTo>
                    <a:pt x="450391" y="41983"/>
                    <a:pt x="456813" y="35719"/>
                    <a:pt x="464343" y="35719"/>
                  </a:cubicBezTo>
                  <a:cubicBezTo>
                    <a:pt x="478828" y="35719"/>
                    <a:pt x="492918" y="40482"/>
                    <a:pt x="507206" y="42863"/>
                  </a:cubicBezTo>
                  <a:cubicBezTo>
                    <a:pt x="509587" y="195263"/>
                    <a:pt x="511108" y="347679"/>
                    <a:pt x="514350" y="500063"/>
                  </a:cubicBezTo>
                  <a:cubicBezTo>
                    <a:pt x="515870" y="571524"/>
                    <a:pt x="517296" y="643021"/>
                    <a:pt x="521493" y="714375"/>
                  </a:cubicBezTo>
                  <a:cubicBezTo>
                    <a:pt x="522320" y="728434"/>
                    <a:pt x="531778" y="750372"/>
                    <a:pt x="535781" y="764382"/>
                  </a:cubicBezTo>
                  <a:cubicBezTo>
                    <a:pt x="538478" y="773822"/>
                    <a:pt x="540544" y="783432"/>
                    <a:pt x="542925" y="792957"/>
                  </a:cubicBezTo>
                  <a:cubicBezTo>
                    <a:pt x="540544" y="802482"/>
                    <a:pt x="545526" y="820339"/>
                    <a:pt x="535781" y="821532"/>
                  </a:cubicBezTo>
                  <a:cubicBezTo>
                    <a:pt x="422230" y="835436"/>
                    <a:pt x="192881" y="835819"/>
                    <a:pt x="192881" y="835819"/>
                  </a:cubicBezTo>
                  <a:cubicBezTo>
                    <a:pt x="72636" y="849180"/>
                    <a:pt x="180556" y="836511"/>
                    <a:pt x="78581" y="850107"/>
                  </a:cubicBezTo>
                  <a:lnTo>
                    <a:pt x="57150" y="850107"/>
                  </a:lnTo>
                  <a:close/>
                </a:path>
              </a:pathLst>
            </a:custGeom>
            <a:pattFill prst="wdDnDiag">
              <a:fgClr>
                <a:schemeClr val="accent3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BA7619B-60BB-479C-C8B3-414226722FBA}"/>
                </a:ext>
              </a:extLst>
            </p:cNvPr>
            <p:cNvSpPr/>
            <p:nvPr/>
          </p:nvSpPr>
          <p:spPr>
            <a:xfrm>
              <a:off x="3286125" y="4922044"/>
              <a:ext cx="555623" cy="564356"/>
            </a:xfrm>
            <a:custGeom>
              <a:avLst/>
              <a:gdLst>
                <a:gd name="csX0" fmla="*/ 0 w 555623"/>
                <a:gd name="csY0" fmla="*/ 28575 h 564356"/>
                <a:gd name="csX1" fmla="*/ 0 w 555623"/>
                <a:gd name="csY1" fmla="*/ 28575 h 564356"/>
                <a:gd name="csX2" fmla="*/ 7144 w 555623"/>
                <a:gd name="csY2" fmla="*/ 435769 h 564356"/>
                <a:gd name="csX3" fmla="*/ 28575 w 555623"/>
                <a:gd name="csY3" fmla="*/ 485775 h 564356"/>
                <a:gd name="csX4" fmla="*/ 42863 w 555623"/>
                <a:gd name="csY4" fmla="*/ 521494 h 564356"/>
                <a:gd name="csX5" fmla="*/ 64294 w 555623"/>
                <a:gd name="csY5" fmla="*/ 564356 h 564356"/>
                <a:gd name="csX6" fmla="*/ 128588 w 555623"/>
                <a:gd name="csY6" fmla="*/ 542925 h 564356"/>
                <a:gd name="csX7" fmla="*/ 157163 w 555623"/>
                <a:gd name="csY7" fmla="*/ 528637 h 564356"/>
                <a:gd name="csX8" fmla="*/ 178594 w 555623"/>
                <a:gd name="csY8" fmla="*/ 514350 h 564356"/>
                <a:gd name="csX9" fmla="*/ 228600 w 555623"/>
                <a:gd name="csY9" fmla="*/ 500062 h 564356"/>
                <a:gd name="csX10" fmla="*/ 285750 w 555623"/>
                <a:gd name="csY10" fmla="*/ 507206 h 564356"/>
                <a:gd name="csX11" fmla="*/ 328613 w 555623"/>
                <a:gd name="csY11" fmla="*/ 521494 h 564356"/>
                <a:gd name="csX12" fmla="*/ 421481 w 555623"/>
                <a:gd name="csY12" fmla="*/ 535781 h 564356"/>
                <a:gd name="csX13" fmla="*/ 492919 w 555623"/>
                <a:gd name="csY13" fmla="*/ 542925 h 564356"/>
                <a:gd name="csX14" fmla="*/ 550069 w 555623"/>
                <a:gd name="csY14" fmla="*/ 535781 h 564356"/>
                <a:gd name="csX15" fmla="*/ 542925 w 555623"/>
                <a:gd name="csY15" fmla="*/ 435769 h 564356"/>
                <a:gd name="csX16" fmla="*/ 521494 w 555623"/>
                <a:gd name="csY16" fmla="*/ 357187 h 564356"/>
                <a:gd name="csX17" fmla="*/ 514350 w 555623"/>
                <a:gd name="csY17" fmla="*/ 328612 h 564356"/>
                <a:gd name="csX18" fmla="*/ 521494 w 555623"/>
                <a:gd name="csY18" fmla="*/ 235744 h 564356"/>
                <a:gd name="csX19" fmla="*/ 507206 w 555623"/>
                <a:gd name="csY19" fmla="*/ 64294 h 564356"/>
                <a:gd name="csX20" fmla="*/ 514350 w 555623"/>
                <a:gd name="csY20" fmla="*/ 14287 h 564356"/>
                <a:gd name="csX21" fmla="*/ 407194 w 555623"/>
                <a:gd name="csY21" fmla="*/ 7144 h 564356"/>
                <a:gd name="csX22" fmla="*/ 364331 w 555623"/>
                <a:gd name="csY22" fmla="*/ 0 h 564356"/>
                <a:gd name="csX23" fmla="*/ 192881 w 555623"/>
                <a:gd name="csY23" fmla="*/ 7144 h 564356"/>
                <a:gd name="csX24" fmla="*/ 128588 w 555623"/>
                <a:gd name="csY24" fmla="*/ 21431 h 564356"/>
                <a:gd name="csX25" fmla="*/ 92869 w 555623"/>
                <a:gd name="csY25" fmla="*/ 28575 h 564356"/>
                <a:gd name="csX26" fmla="*/ 50006 w 555623"/>
                <a:gd name="csY26" fmla="*/ 42862 h 564356"/>
                <a:gd name="csX27" fmla="*/ 0 w 555623"/>
                <a:gd name="csY27" fmla="*/ 28575 h 5643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555623" h="564356">
                  <a:moveTo>
                    <a:pt x="0" y="28575"/>
                  </a:moveTo>
                  <a:lnTo>
                    <a:pt x="0" y="28575"/>
                  </a:lnTo>
                  <a:cubicBezTo>
                    <a:pt x="2381" y="164306"/>
                    <a:pt x="2695" y="300090"/>
                    <a:pt x="7144" y="435769"/>
                  </a:cubicBezTo>
                  <a:cubicBezTo>
                    <a:pt x="8187" y="467589"/>
                    <a:pt x="15998" y="460620"/>
                    <a:pt x="28575" y="485775"/>
                  </a:cubicBezTo>
                  <a:cubicBezTo>
                    <a:pt x="34310" y="497245"/>
                    <a:pt x="37128" y="510024"/>
                    <a:pt x="42863" y="521494"/>
                  </a:cubicBezTo>
                  <a:cubicBezTo>
                    <a:pt x="70559" y="576887"/>
                    <a:pt x="46337" y="510488"/>
                    <a:pt x="64294" y="564356"/>
                  </a:cubicBezTo>
                  <a:cubicBezTo>
                    <a:pt x="85725" y="557212"/>
                    <a:pt x="108383" y="553028"/>
                    <a:pt x="128588" y="542925"/>
                  </a:cubicBezTo>
                  <a:cubicBezTo>
                    <a:pt x="138113" y="538162"/>
                    <a:pt x="147917" y="533921"/>
                    <a:pt x="157163" y="528637"/>
                  </a:cubicBezTo>
                  <a:cubicBezTo>
                    <a:pt x="164617" y="524377"/>
                    <a:pt x="170915" y="518190"/>
                    <a:pt x="178594" y="514350"/>
                  </a:cubicBezTo>
                  <a:cubicBezTo>
                    <a:pt x="188844" y="509225"/>
                    <a:pt x="219443" y="502351"/>
                    <a:pt x="228600" y="500062"/>
                  </a:cubicBezTo>
                  <a:cubicBezTo>
                    <a:pt x="247650" y="502443"/>
                    <a:pt x="266978" y="503183"/>
                    <a:pt x="285750" y="507206"/>
                  </a:cubicBezTo>
                  <a:cubicBezTo>
                    <a:pt x="300476" y="510362"/>
                    <a:pt x="313757" y="519018"/>
                    <a:pt x="328613" y="521494"/>
                  </a:cubicBezTo>
                  <a:cubicBezTo>
                    <a:pt x="359604" y="526659"/>
                    <a:pt x="390243" y="532106"/>
                    <a:pt x="421481" y="535781"/>
                  </a:cubicBezTo>
                  <a:cubicBezTo>
                    <a:pt x="445249" y="538577"/>
                    <a:pt x="469106" y="540544"/>
                    <a:pt x="492919" y="542925"/>
                  </a:cubicBezTo>
                  <a:cubicBezTo>
                    <a:pt x="511969" y="540544"/>
                    <a:pt x="541950" y="553178"/>
                    <a:pt x="550069" y="535781"/>
                  </a:cubicBezTo>
                  <a:cubicBezTo>
                    <a:pt x="564203" y="505494"/>
                    <a:pt x="547441" y="468885"/>
                    <a:pt x="542925" y="435769"/>
                  </a:cubicBezTo>
                  <a:cubicBezTo>
                    <a:pt x="536281" y="387049"/>
                    <a:pt x="531216" y="391213"/>
                    <a:pt x="521494" y="357187"/>
                  </a:cubicBezTo>
                  <a:cubicBezTo>
                    <a:pt x="518797" y="347747"/>
                    <a:pt x="516731" y="338137"/>
                    <a:pt x="514350" y="328612"/>
                  </a:cubicBezTo>
                  <a:cubicBezTo>
                    <a:pt x="516731" y="297656"/>
                    <a:pt x="521494" y="266791"/>
                    <a:pt x="521494" y="235744"/>
                  </a:cubicBezTo>
                  <a:cubicBezTo>
                    <a:pt x="521494" y="140377"/>
                    <a:pt x="518726" y="133412"/>
                    <a:pt x="507206" y="64294"/>
                  </a:cubicBezTo>
                  <a:cubicBezTo>
                    <a:pt x="509587" y="47625"/>
                    <a:pt x="528970" y="22641"/>
                    <a:pt x="514350" y="14287"/>
                  </a:cubicBezTo>
                  <a:cubicBezTo>
                    <a:pt x="483269" y="-3474"/>
                    <a:pt x="442831" y="10538"/>
                    <a:pt x="407194" y="7144"/>
                  </a:cubicBezTo>
                  <a:cubicBezTo>
                    <a:pt x="392774" y="5771"/>
                    <a:pt x="378619" y="2381"/>
                    <a:pt x="364331" y="0"/>
                  </a:cubicBezTo>
                  <a:cubicBezTo>
                    <a:pt x="307181" y="2381"/>
                    <a:pt x="249945" y="3209"/>
                    <a:pt x="192881" y="7144"/>
                  </a:cubicBezTo>
                  <a:cubicBezTo>
                    <a:pt x="177254" y="8222"/>
                    <a:pt x="144911" y="17804"/>
                    <a:pt x="128588" y="21431"/>
                  </a:cubicBezTo>
                  <a:cubicBezTo>
                    <a:pt x="116735" y="24065"/>
                    <a:pt x="104583" y="25380"/>
                    <a:pt x="92869" y="28575"/>
                  </a:cubicBezTo>
                  <a:cubicBezTo>
                    <a:pt x="78339" y="32538"/>
                    <a:pt x="65066" y="42862"/>
                    <a:pt x="50006" y="42862"/>
                  </a:cubicBezTo>
                  <a:lnTo>
                    <a:pt x="0" y="28575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AD27A5E-F478-D373-9473-DDC37B007C90}"/>
                </a:ext>
              </a:extLst>
            </p:cNvPr>
            <p:cNvSpPr/>
            <p:nvPr/>
          </p:nvSpPr>
          <p:spPr>
            <a:xfrm>
              <a:off x="3878137" y="4921284"/>
              <a:ext cx="630259" cy="1015172"/>
            </a:xfrm>
            <a:custGeom>
              <a:avLst/>
              <a:gdLst>
                <a:gd name="csX0" fmla="*/ 22351 w 630259"/>
                <a:gd name="csY0" fmla="*/ 879441 h 1015172"/>
                <a:gd name="csX1" fmla="*/ 22351 w 630259"/>
                <a:gd name="csY1" fmla="*/ 879441 h 1015172"/>
                <a:gd name="csX2" fmla="*/ 22351 w 630259"/>
                <a:gd name="csY2" fmla="*/ 400810 h 1015172"/>
                <a:gd name="csX3" fmla="*/ 29494 w 630259"/>
                <a:gd name="csY3" fmla="*/ 372235 h 1015172"/>
                <a:gd name="csX4" fmla="*/ 36638 w 630259"/>
                <a:gd name="csY4" fmla="*/ 315085 h 1015172"/>
                <a:gd name="csX5" fmla="*/ 79501 w 630259"/>
                <a:gd name="csY5" fmla="*/ 7904 h 1015172"/>
                <a:gd name="csX6" fmla="*/ 100932 w 630259"/>
                <a:gd name="csY6" fmla="*/ 15047 h 1015172"/>
                <a:gd name="csX7" fmla="*/ 229519 w 630259"/>
                <a:gd name="csY7" fmla="*/ 36479 h 1015172"/>
                <a:gd name="csX8" fmla="*/ 272382 w 630259"/>
                <a:gd name="csY8" fmla="*/ 22191 h 1015172"/>
                <a:gd name="csX9" fmla="*/ 293813 w 630259"/>
                <a:gd name="csY9" fmla="*/ 15047 h 1015172"/>
                <a:gd name="csX10" fmla="*/ 486694 w 630259"/>
                <a:gd name="csY10" fmla="*/ 760 h 1015172"/>
                <a:gd name="csX11" fmla="*/ 565276 w 630259"/>
                <a:gd name="csY11" fmla="*/ 7904 h 1015172"/>
                <a:gd name="csX12" fmla="*/ 608138 w 630259"/>
                <a:gd name="csY12" fmla="*/ 22191 h 1015172"/>
                <a:gd name="csX13" fmla="*/ 622426 w 630259"/>
                <a:gd name="csY13" fmla="*/ 50766 h 1015172"/>
                <a:gd name="csX14" fmla="*/ 629569 w 630259"/>
                <a:gd name="csY14" fmla="*/ 79341 h 1015172"/>
                <a:gd name="csX15" fmla="*/ 622426 w 630259"/>
                <a:gd name="csY15" fmla="*/ 315085 h 1015172"/>
                <a:gd name="csX16" fmla="*/ 593851 w 630259"/>
                <a:gd name="csY16" fmla="*/ 329372 h 1015172"/>
                <a:gd name="csX17" fmla="*/ 522413 w 630259"/>
                <a:gd name="csY17" fmla="*/ 350804 h 1015172"/>
                <a:gd name="csX18" fmla="*/ 500982 w 630259"/>
                <a:gd name="csY18" fmla="*/ 365091 h 1015172"/>
                <a:gd name="csX19" fmla="*/ 415257 w 630259"/>
                <a:gd name="csY19" fmla="*/ 379379 h 1015172"/>
                <a:gd name="csX20" fmla="*/ 372394 w 630259"/>
                <a:gd name="csY20" fmla="*/ 400810 h 1015172"/>
                <a:gd name="csX21" fmla="*/ 365251 w 630259"/>
                <a:gd name="csY21" fmla="*/ 422241 h 1015172"/>
                <a:gd name="csX22" fmla="*/ 329532 w 630259"/>
                <a:gd name="csY22" fmla="*/ 465104 h 1015172"/>
                <a:gd name="csX23" fmla="*/ 308101 w 630259"/>
                <a:gd name="csY23" fmla="*/ 479391 h 1015172"/>
                <a:gd name="csX24" fmla="*/ 300957 w 630259"/>
                <a:gd name="csY24" fmla="*/ 715135 h 1015172"/>
                <a:gd name="csX25" fmla="*/ 293813 w 630259"/>
                <a:gd name="csY25" fmla="*/ 736566 h 1015172"/>
                <a:gd name="csX26" fmla="*/ 279526 w 630259"/>
                <a:gd name="csY26" fmla="*/ 808004 h 1015172"/>
                <a:gd name="csX27" fmla="*/ 229519 w 630259"/>
                <a:gd name="csY27" fmla="*/ 836579 h 1015172"/>
                <a:gd name="csX28" fmla="*/ 208088 w 630259"/>
                <a:gd name="csY28" fmla="*/ 850866 h 1015172"/>
                <a:gd name="csX29" fmla="*/ 179513 w 630259"/>
                <a:gd name="csY29" fmla="*/ 858010 h 1015172"/>
                <a:gd name="csX30" fmla="*/ 136651 w 630259"/>
                <a:gd name="csY30" fmla="*/ 900872 h 1015172"/>
                <a:gd name="csX31" fmla="*/ 115219 w 630259"/>
                <a:gd name="csY31" fmla="*/ 922304 h 1015172"/>
                <a:gd name="csX32" fmla="*/ 79501 w 630259"/>
                <a:gd name="csY32" fmla="*/ 958022 h 1015172"/>
                <a:gd name="csX33" fmla="*/ 43782 w 630259"/>
                <a:gd name="csY33" fmla="*/ 1000885 h 1015172"/>
                <a:gd name="csX34" fmla="*/ 22351 w 630259"/>
                <a:gd name="csY34" fmla="*/ 1015172 h 1015172"/>
                <a:gd name="csX35" fmla="*/ 919 w 630259"/>
                <a:gd name="csY35" fmla="*/ 986597 h 1015172"/>
                <a:gd name="csX36" fmla="*/ 8063 w 630259"/>
                <a:gd name="csY36" fmla="*/ 879441 h 1015172"/>
                <a:gd name="csX37" fmla="*/ 22351 w 630259"/>
                <a:gd name="csY37" fmla="*/ 879441 h 1015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630259" h="1015172">
                  <a:moveTo>
                    <a:pt x="22351" y="879441"/>
                  </a:moveTo>
                  <a:lnTo>
                    <a:pt x="22351" y="879441"/>
                  </a:lnTo>
                  <a:cubicBezTo>
                    <a:pt x="17460" y="669152"/>
                    <a:pt x="8942" y="588545"/>
                    <a:pt x="22351" y="400810"/>
                  </a:cubicBezTo>
                  <a:cubicBezTo>
                    <a:pt x="23050" y="391017"/>
                    <a:pt x="27880" y="381920"/>
                    <a:pt x="29494" y="372235"/>
                  </a:cubicBezTo>
                  <a:cubicBezTo>
                    <a:pt x="32650" y="353298"/>
                    <a:pt x="34257" y="334135"/>
                    <a:pt x="36638" y="315085"/>
                  </a:cubicBezTo>
                  <a:cubicBezTo>
                    <a:pt x="42708" y="48032"/>
                    <a:pt x="-58828" y="-26677"/>
                    <a:pt x="79501" y="7904"/>
                  </a:cubicBezTo>
                  <a:cubicBezTo>
                    <a:pt x="86806" y="9730"/>
                    <a:pt x="93788" y="12666"/>
                    <a:pt x="100932" y="15047"/>
                  </a:cubicBezTo>
                  <a:cubicBezTo>
                    <a:pt x="167652" y="59528"/>
                    <a:pt x="126682" y="45048"/>
                    <a:pt x="229519" y="36479"/>
                  </a:cubicBezTo>
                  <a:lnTo>
                    <a:pt x="272382" y="22191"/>
                  </a:lnTo>
                  <a:cubicBezTo>
                    <a:pt x="279526" y="19810"/>
                    <a:pt x="286303" y="15603"/>
                    <a:pt x="293813" y="15047"/>
                  </a:cubicBezTo>
                  <a:lnTo>
                    <a:pt x="486694" y="760"/>
                  </a:lnTo>
                  <a:cubicBezTo>
                    <a:pt x="512888" y="3141"/>
                    <a:pt x="539374" y="3333"/>
                    <a:pt x="565276" y="7904"/>
                  </a:cubicBezTo>
                  <a:cubicBezTo>
                    <a:pt x="580107" y="10521"/>
                    <a:pt x="608138" y="22191"/>
                    <a:pt x="608138" y="22191"/>
                  </a:cubicBezTo>
                  <a:cubicBezTo>
                    <a:pt x="612901" y="31716"/>
                    <a:pt x="618687" y="40795"/>
                    <a:pt x="622426" y="50766"/>
                  </a:cubicBezTo>
                  <a:cubicBezTo>
                    <a:pt x="625873" y="59959"/>
                    <a:pt x="629569" y="69523"/>
                    <a:pt x="629569" y="79341"/>
                  </a:cubicBezTo>
                  <a:cubicBezTo>
                    <a:pt x="629569" y="157958"/>
                    <a:pt x="633544" y="237258"/>
                    <a:pt x="622426" y="315085"/>
                  </a:cubicBezTo>
                  <a:cubicBezTo>
                    <a:pt x="620920" y="325627"/>
                    <a:pt x="603739" y="325417"/>
                    <a:pt x="593851" y="329372"/>
                  </a:cubicBezTo>
                  <a:cubicBezTo>
                    <a:pt x="564862" y="340968"/>
                    <a:pt x="550482" y="343786"/>
                    <a:pt x="522413" y="350804"/>
                  </a:cubicBezTo>
                  <a:cubicBezTo>
                    <a:pt x="515269" y="355566"/>
                    <a:pt x="508873" y="361709"/>
                    <a:pt x="500982" y="365091"/>
                  </a:cubicBezTo>
                  <a:cubicBezTo>
                    <a:pt x="481546" y="373421"/>
                    <a:pt x="427861" y="377803"/>
                    <a:pt x="415257" y="379379"/>
                  </a:cubicBezTo>
                  <a:cubicBezTo>
                    <a:pt x="401138" y="384085"/>
                    <a:pt x="382466" y="388220"/>
                    <a:pt x="372394" y="400810"/>
                  </a:cubicBezTo>
                  <a:cubicBezTo>
                    <a:pt x="367690" y="406690"/>
                    <a:pt x="368619" y="415506"/>
                    <a:pt x="365251" y="422241"/>
                  </a:cubicBezTo>
                  <a:cubicBezTo>
                    <a:pt x="357225" y="438293"/>
                    <a:pt x="343071" y="453821"/>
                    <a:pt x="329532" y="465104"/>
                  </a:cubicBezTo>
                  <a:cubicBezTo>
                    <a:pt x="322936" y="470600"/>
                    <a:pt x="315245" y="474629"/>
                    <a:pt x="308101" y="479391"/>
                  </a:cubicBezTo>
                  <a:cubicBezTo>
                    <a:pt x="305720" y="557972"/>
                    <a:pt x="305318" y="636639"/>
                    <a:pt x="300957" y="715135"/>
                  </a:cubicBezTo>
                  <a:cubicBezTo>
                    <a:pt x="300539" y="722654"/>
                    <a:pt x="295506" y="729229"/>
                    <a:pt x="293813" y="736566"/>
                  </a:cubicBezTo>
                  <a:cubicBezTo>
                    <a:pt x="288353" y="760228"/>
                    <a:pt x="299732" y="794534"/>
                    <a:pt x="279526" y="808004"/>
                  </a:cubicBezTo>
                  <a:cubicBezTo>
                    <a:pt x="227304" y="842816"/>
                    <a:pt x="292973" y="800320"/>
                    <a:pt x="229519" y="836579"/>
                  </a:cubicBezTo>
                  <a:cubicBezTo>
                    <a:pt x="222065" y="840839"/>
                    <a:pt x="215979" y="847484"/>
                    <a:pt x="208088" y="850866"/>
                  </a:cubicBezTo>
                  <a:cubicBezTo>
                    <a:pt x="199064" y="854734"/>
                    <a:pt x="189038" y="855629"/>
                    <a:pt x="179513" y="858010"/>
                  </a:cubicBezTo>
                  <a:lnTo>
                    <a:pt x="136651" y="900872"/>
                  </a:lnTo>
                  <a:cubicBezTo>
                    <a:pt x="129507" y="908016"/>
                    <a:pt x="120823" y="913898"/>
                    <a:pt x="115219" y="922304"/>
                  </a:cubicBezTo>
                  <a:cubicBezTo>
                    <a:pt x="96170" y="950879"/>
                    <a:pt x="108076" y="938973"/>
                    <a:pt x="79501" y="958022"/>
                  </a:cubicBezTo>
                  <a:cubicBezTo>
                    <a:pt x="65453" y="979095"/>
                    <a:pt x="64408" y="983696"/>
                    <a:pt x="43782" y="1000885"/>
                  </a:cubicBezTo>
                  <a:cubicBezTo>
                    <a:pt x="37186" y="1006381"/>
                    <a:pt x="29495" y="1010410"/>
                    <a:pt x="22351" y="1015172"/>
                  </a:cubicBezTo>
                  <a:cubicBezTo>
                    <a:pt x="15207" y="1005647"/>
                    <a:pt x="2165" y="998438"/>
                    <a:pt x="919" y="986597"/>
                  </a:cubicBezTo>
                  <a:cubicBezTo>
                    <a:pt x="-2829" y="950996"/>
                    <a:pt x="5961" y="915177"/>
                    <a:pt x="8063" y="879441"/>
                  </a:cubicBezTo>
                  <a:cubicBezTo>
                    <a:pt x="8343" y="874687"/>
                    <a:pt x="19970" y="879441"/>
                    <a:pt x="22351" y="879441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BF1D945-A46C-6C2D-8003-1A844B4D2576}"/>
                </a:ext>
              </a:extLst>
            </p:cNvPr>
            <p:cNvSpPr/>
            <p:nvPr/>
          </p:nvSpPr>
          <p:spPr>
            <a:xfrm>
              <a:off x="3891202" y="5600700"/>
              <a:ext cx="919319" cy="728663"/>
            </a:xfrm>
            <a:custGeom>
              <a:avLst/>
              <a:gdLst>
                <a:gd name="csX0" fmla="*/ 2142 w 919319"/>
                <a:gd name="csY0" fmla="*/ 407194 h 728663"/>
                <a:gd name="csX1" fmla="*/ 2142 w 919319"/>
                <a:gd name="csY1" fmla="*/ 407194 h 728663"/>
                <a:gd name="csX2" fmla="*/ 9286 w 919319"/>
                <a:gd name="csY2" fmla="*/ 550069 h 728663"/>
                <a:gd name="csX3" fmla="*/ 16429 w 919319"/>
                <a:gd name="csY3" fmla="*/ 585788 h 728663"/>
                <a:gd name="csX4" fmla="*/ 23573 w 919319"/>
                <a:gd name="csY4" fmla="*/ 700088 h 728663"/>
                <a:gd name="csX5" fmla="*/ 45004 w 919319"/>
                <a:gd name="csY5" fmla="*/ 714375 h 728663"/>
                <a:gd name="csX6" fmla="*/ 87867 w 919319"/>
                <a:gd name="csY6" fmla="*/ 728663 h 728663"/>
                <a:gd name="csX7" fmla="*/ 202167 w 919319"/>
                <a:gd name="csY7" fmla="*/ 721519 h 728663"/>
                <a:gd name="csX8" fmla="*/ 373617 w 919319"/>
                <a:gd name="csY8" fmla="*/ 714375 h 728663"/>
                <a:gd name="csX9" fmla="*/ 395048 w 919319"/>
                <a:gd name="csY9" fmla="*/ 707231 h 728663"/>
                <a:gd name="csX10" fmla="*/ 459342 w 919319"/>
                <a:gd name="csY10" fmla="*/ 692944 h 728663"/>
                <a:gd name="csX11" fmla="*/ 523636 w 919319"/>
                <a:gd name="csY11" fmla="*/ 685800 h 728663"/>
                <a:gd name="csX12" fmla="*/ 566498 w 919319"/>
                <a:gd name="csY12" fmla="*/ 678656 h 728663"/>
                <a:gd name="csX13" fmla="*/ 616504 w 919319"/>
                <a:gd name="csY13" fmla="*/ 671513 h 728663"/>
                <a:gd name="csX14" fmla="*/ 702229 w 919319"/>
                <a:gd name="csY14" fmla="*/ 657225 h 728663"/>
                <a:gd name="csX15" fmla="*/ 887967 w 919319"/>
                <a:gd name="csY15" fmla="*/ 664369 h 728663"/>
                <a:gd name="csX16" fmla="*/ 916542 w 919319"/>
                <a:gd name="csY16" fmla="*/ 657225 h 728663"/>
                <a:gd name="csX17" fmla="*/ 909398 w 919319"/>
                <a:gd name="csY17" fmla="*/ 257175 h 728663"/>
                <a:gd name="csX18" fmla="*/ 895111 w 919319"/>
                <a:gd name="csY18" fmla="*/ 214313 h 728663"/>
                <a:gd name="csX19" fmla="*/ 887967 w 919319"/>
                <a:gd name="csY19" fmla="*/ 164306 h 728663"/>
                <a:gd name="csX20" fmla="*/ 880823 w 919319"/>
                <a:gd name="csY20" fmla="*/ 142875 h 728663"/>
                <a:gd name="csX21" fmla="*/ 895111 w 919319"/>
                <a:gd name="csY21" fmla="*/ 92869 h 728663"/>
                <a:gd name="csX22" fmla="*/ 887967 w 919319"/>
                <a:gd name="csY22" fmla="*/ 57150 h 728663"/>
                <a:gd name="csX23" fmla="*/ 880823 w 919319"/>
                <a:gd name="csY23" fmla="*/ 35719 h 728663"/>
                <a:gd name="csX24" fmla="*/ 809386 w 919319"/>
                <a:gd name="csY24" fmla="*/ 0 h 728663"/>
                <a:gd name="csX25" fmla="*/ 623648 w 919319"/>
                <a:gd name="csY25" fmla="*/ 7144 h 728663"/>
                <a:gd name="csX26" fmla="*/ 566498 w 919319"/>
                <a:gd name="csY26" fmla="*/ 14288 h 728663"/>
                <a:gd name="csX27" fmla="*/ 452198 w 919319"/>
                <a:gd name="csY27" fmla="*/ 21431 h 728663"/>
                <a:gd name="csX28" fmla="*/ 373617 w 919319"/>
                <a:gd name="csY28" fmla="*/ 35719 h 728663"/>
                <a:gd name="csX29" fmla="*/ 316467 w 919319"/>
                <a:gd name="csY29" fmla="*/ 50006 h 728663"/>
                <a:gd name="csX30" fmla="*/ 295036 w 919319"/>
                <a:gd name="csY30" fmla="*/ 64294 h 728663"/>
                <a:gd name="csX31" fmla="*/ 287892 w 919319"/>
                <a:gd name="csY31" fmla="*/ 85725 h 728663"/>
                <a:gd name="csX32" fmla="*/ 280748 w 919319"/>
                <a:gd name="csY32" fmla="*/ 178594 h 728663"/>
                <a:gd name="csX33" fmla="*/ 245029 w 919319"/>
                <a:gd name="csY33" fmla="*/ 214313 h 728663"/>
                <a:gd name="csX34" fmla="*/ 202167 w 919319"/>
                <a:gd name="csY34" fmla="*/ 257175 h 728663"/>
                <a:gd name="csX35" fmla="*/ 173592 w 919319"/>
                <a:gd name="csY35" fmla="*/ 300038 h 728663"/>
                <a:gd name="csX36" fmla="*/ 152161 w 919319"/>
                <a:gd name="csY36" fmla="*/ 314325 h 728663"/>
                <a:gd name="csX37" fmla="*/ 123586 w 919319"/>
                <a:gd name="csY37" fmla="*/ 342900 h 728663"/>
                <a:gd name="csX38" fmla="*/ 95011 w 919319"/>
                <a:gd name="csY38" fmla="*/ 357188 h 728663"/>
                <a:gd name="csX39" fmla="*/ 52148 w 919319"/>
                <a:gd name="csY39" fmla="*/ 378619 h 728663"/>
                <a:gd name="csX40" fmla="*/ 30717 w 919319"/>
                <a:gd name="csY40" fmla="*/ 400050 h 728663"/>
                <a:gd name="csX41" fmla="*/ 2142 w 919319"/>
                <a:gd name="csY41" fmla="*/ 407194 h 728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919319" h="728663">
                  <a:moveTo>
                    <a:pt x="2142" y="407194"/>
                  </a:moveTo>
                  <a:lnTo>
                    <a:pt x="2142" y="407194"/>
                  </a:lnTo>
                  <a:cubicBezTo>
                    <a:pt x="4523" y="454819"/>
                    <a:pt x="5484" y="502536"/>
                    <a:pt x="9286" y="550069"/>
                  </a:cubicBezTo>
                  <a:cubicBezTo>
                    <a:pt x="10254" y="562172"/>
                    <a:pt x="15278" y="573701"/>
                    <a:pt x="16429" y="585788"/>
                  </a:cubicBezTo>
                  <a:cubicBezTo>
                    <a:pt x="20048" y="623790"/>
                    <a:pt x="15292" y="662823"/>
                    <a:pt x="23573" y="700088"/>
                  </a:cubicBezTo>
                  <a:cubicBezTo>
                    <a:pt x="25435" y="708469"/>
                    <a:pt x="37158" y="710888"/>
                    <a:pt x="45004" y="714375"/>
                  </a:cubicBezTo>
                  <a:cubicBezTo>
                    <a:pt x="58767" y="720492"/>
                    <a:pt x="87867" y="728663"/>
                    <a:pt x="87867" y="728663"/>
                  </a:cubicBezTo>
                  <a:lnTo>
                    <a:pt x="202167" y="721519"/>
                  </a:lnTo>
                  <a:cubicBezTo>
                    <a:pt x="259295" y="718662"/>
                    <a:pt x="316574" y="718601"/>
                    <a:pt x="373617" y="714375"/>
                  </a:cubicBezTo>
                  <a:cubicBezTo>
                    <a:pt x="381127" y="713819"/>
                    <a:pt x="387808" y="709300"/>
                    <a:pt x="395048" y="707231"/>
                  </a:cubicBezTo>
                  <a:cubicBezTo>
                    <a:pt x="410640" y="702776"/>
                    <a:pt x="444620" y="695047"/>
                    <a:pt x="459342" y="692944"/>
                  </a:cubicBezTo>
                  <a:cubicBezTo>
                    <a:pt x="480688" y="689894"/>
                    <a:pt x="502262" y="688650"/>
                    <a:pt x="523636" y="685800"/>
                  </a:cubicBezTo>
                  <a:cubicBezTo>
                    <a:pt x="537993" y="683886"/>
                    <a:pt x="552182" y="680858"/>
                    <a:pt x="566498" y="678656"/>
                  </a:cubicBezTo>
                  <a:cubicBezTo>
                    <a:pt x="583140" y="676096"/>
                    <a:pt x="599895" y="674281"/>
                    <a:pt x="616504" y="671513"/>
                  </a:cubicBezTo>
                  <a:cubicBezTo>
                    <a:pt x="741916" y="650612"/>
                    <a:pt x="538718" y="680585"/>
                    <a:pt x="702229" y="657225"/>
                  </a:cubicBezTo>
                  <a:cubicBezTo>
                    <a:pt x="764142" y="659606"/>
                    <a:pt x="826009" y="664369"/>
                    <a:pt x="887967" y="664369"/>
                  </a:cubicBezTo>
                  <a:cubicBezTo>
                    <a:pt x="897785" y="664369"/>
                    <a:pt x="916026" y="667030"/>
                    <a:pt x="916542" y="657225"/>
                  </a:cubicBezTo>
                  <a:cubicBezTo>
                    <a:pt x="923552" y="524038"/>
                    <a:pt x="915844" y="390390"/>
                    <a:pt x="909398" y="257175"/>
                  </a:cubicBezTo>
                  <a:cubicBezTo>
                    <a:pt x="908670" y="242132"/>
                    <a:pt x="895111" y="214313"/>
                    <a:pt x="895111" y="214313"/>
                  </a:cubicBezTo>
                  <a:cubicBezTo>
                    <a:pt x="892730" y="197644"/>
                    <a:pt x="891269" y="180817"/>
                    <a:pt x="887967" y="164306"/>
                  </a:cubicBezTo>
                  <a:cubicBezTo>
                    <a:pt x="886490" y="156922"/>
                    <a:pt x="880823" y="150405"/>
                    <a:pt x="880823" y="142875"/>
                  </a:cubicBezTo>
                  <a:cubicBezTo>
                    <a:pt x="880823" y="133905"/>
                    <a:pt x="891742" y="102976"/>
                    <a:pt x="895111" y="92869"/>
                  </a:cubicBezTo>
                  <a:cubicBezTo>
                    <a:pt x="892730" y="80963"/>
                    <a:pt x="890912" y="68930"/>
                    <a:pt x="887967" y="57150"/>
                  </a:cubicBezTo>
                  <a:cubicBezTo>
                    <a:pt x="886141" y="49845"/>
                    <a:pt x="886148" y="41044"/>
                    <a:pt x="880823" y="35719"/>
                  </a:cubicBezTo>
                  <a:cubicBezTo>
                    <a:pt x="852472" y="7368"/>
                    <a:pt x="841652" y="8067"/>
                    <a:pt x="809386" y="0"/>
                  </a:cubicBezTo>
                  <a:cubicBezTo>
                    <a:pt x="747473" y="2381"/>
                    <a:pt x="685500" y="3506"/>
                    <a:pt x="623648" y="7144"/>
                  </a:cubicBezTo>
                  <a:cubicBezTo>
                    <a:pt x="604483" y="8271"/>
                    <a:pt x="585630" y="12694"/>
                    <a:pt x="566498" y="14288"/>
                  </a:cubicBezTo>
                  <a:cubicBezTo>
                    <a:pt x="528456" y="17458"/>
                    <a:pt x="490298" y="19050"/>
                    <a:pt x="452198" y="21431"/>
                  </a:cubicBezTo>
                  <a:cubicBezTo>
                    <a:pt x="367501" y="42606"/>
                    <a:pt x="501577" y="10127"/>
                    <a:pt x="373617" y="35719"/>
                  </a:cubicBezTo>
                  <a:cubicBezTo>
                    <a:pt x="354362" y="39570"/>
                    <a:pt x="316467" y="50006"/>
                    <a:pt x="316467" y="50006"/>
                  </a:cubicBezTo>
                  <a:cubicBezTo>
                    <a:pt x="309323" y="54769"/>
                    <a:pt x="300399" y="57590"/>
                    <a:pt x="295036" y="64294"/>
                  </a:cubicBezTo>
                  <a:cubicBezTo>
                    <a:pt x="290332" y="70174"/>
                    <a:pt x="288826" y="78253"/>
                    <a:pt x="287892" y="85725"/>
                  </a:cubicBezTo>
                  <a:cubicBezTo>
                    <a:pt x="284041" y="116533"/>
                    <a:pt x="286470" y="148078"/>
                    <a:pt x="280748" y="178594"/>
                  </a:cubicBezTo>
                  <a:cubicBezTo>
                    <a:pt x="276700" y="200184"/>
                    <a:pt x="258602" y="202248"/>
                    <a:pt x="245029" y="214313"/>
                  </a:cubicBezTo>
                  <a:cubicBezTo>
                    <a:pt x="229927" y="227737"/>
                    <a:pt x="213375" y="240363"/>
                    <a:pt x="202167" y="257175"/>
                  </a:cubicBezTo>
                  <a:cubicBezTo>
                    <a:pt x="192642" y="271463"/>
                    <a:pt x="187880" y="290513"/>
                    <a:pt x="173592" y="300038"/>
                  </a:cubicBezTo>
                  <a:cubicBezTo>
                    <a:pt x="166448" y="304800"/>
                    <a:pt x="158680" y="308738"/>
                    <a:pt x="152161" y="314325"/>
                  </a:cubicBezTo>
                  <a:cubicBezTo>
                    <a:pt x="141933" y="323091"/>
                    <a:pt x="134362" y="334818"/>
                    <a:pt x="123586" y="342900"/>
                  </a:cubicBezTo>
                  <a:cubicBezTo>
                    <a:pt x="115067" y="349290"/>
                    <a:pt x="104257" y="351905"/>
                    <a:pt x="95011" y="357188"/>
                  </a:cubicBezTo>
                  <a:cubicBezTo>
                    <a:pt x="56238" y="379344"/>
                    <a:pt x="91438" y="365522"/>
                    <a:pt x="52148" y="378619"/>
                  </a:cubicBezTo>
                  <a:cubicBezTo>
                    <a:pt x="45004" y="385763"/>
                    <a:pt x="38478" y="393582"/>
                    <a:pt x="30717" y="400050"/>
                  </a:cubicBezTo>
                  <a:cubicBezTo>
                    <a:pt x="-17769" y="440456"/>
                    <a:pt x="6904" y="406003"/>
                    <a:pt x="2142" y="407194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83A39D8-AC65-9D33-E236-D40B0B3AD232}"/>
                </a:ext>
              </a:extLst>
            </p:cNvPr>
            <p:cNvSpPr/>
            <p:nvPr/>
          </p:nvSpPr>
          <p:spPr>
            <a:xfrm>
              <a:off x="4214278" y="4964906"/>
              <a:ext cx="642739" cy="651293"/>
            </a:xfrm>
            <a:custGeom>
              <a:avLst/>
              <a:gdLst>
                <a:gd name="csX0" fmla="*/ 535 w 642739"/>
                <a:gd name="csY0" fmla="*/ 621507 h 651293"/>
                <a:gd name="csX1" fmla="*/ 535 w 642739"/>
                <a:gd name="csY1" fmla="*/ 621507 h 651293"/>
                <a:gd name="csX2" fmla="*/ 14822 w 642739"/>
                <a:gd name="csY2" fmla="*/ 471488 h 651293"/>
                <a:gd name="csX3" fmla="*/ 50541 w 642739"/>
                <a:gd name="csY3" fmla="*/ 428625 h 651293"/>
                <a:gd name="csX4" fmla="*/ 86260 w 642739"/>
                <a:gd name="csY4" fmla="*/ 421482 h 651293"/>
                <a:gd name="csX5" fmla="*/ 164841 w 642739"/>
                <a:gd name="csY5" fmla="*/ 407194 h 651293"/>
                <a:gd name="csX6" fmla="*/ 207703 w 642739"/>
                <a:gd name="csY6" fmla="*/ 392907 h 651293"/>
                <a:gd name="csX7" fmla="*/ 250566 w 642739"/>
                <a:gd name="csY7" fmla="*/ 378619 h 651293"/>
                <a:gd name="csX8" fmla="*/ 271997 w 642739"/>
                <a:gd name="csY8" fmla="*/ 371475 h 651293"/>
                <a:gd name="csX9" fmla="*/ 336291 w 642739"/>
                <a:gd name="csY9" fmla="*/ 357188 h 651293"/>
                <a:gd name="csX10" fmla="*/ 357722 w 642739"/>
                <a:gd name="csY10" fmla="*/ 350044 h 651293"/>
                <a:gd name="csX11" fmla="*/ 379153 w 642739"/>
                <a:gd name="csY11" fmla="*/ 300038 h 651293"/>
                <a:gd name="csX12" fmla="*/ 400585 w 642739"/>
                <a:gd name="csY12" fmla="*/ 85725 h 651293"/>
                <a:gd name="csX13" fmla="*/ 422016 w 642739"/>
                <a:gd name="csY13" fmla="*/ 71438 h 651293"/>
                <a:gd name="csX14" fmla="*/ 429160 w 642739"/>
                <a:gd name="csY14" fmla="*/ 50007 h 651293"/>
                <a:gd name="csX15" fmla="*/ 436303 w 642739"/>
                <a:gd name="csY15" fmla="*/ 21432 h 651293"/>
                <a:gd name="csX16" fmla="*/ 486310 w 642739"/>
                <a:gd name="csY16" fmla="*/ 0 h 651293"/>
                <a:gd name="csX17" fmla="*/ 593466 w 642739"/>
                <a:gd name="csY17" fmla="*/ 7144 h 651293"/>
                <a:gd name="csX18" fmla="*/ 614897 w 642739"/>
                <a:gd name="csY18" fmla="*/ 14288 h 651293"/>
                <a:gd name="csX19" fmla="*/ 629185 w 642739"/>
                <a:gd name="csY19" fmla="*/ 35719 h 651293"/>
                <a:gd name="csX20" fmla="*/ 629185 w 642739"/>
                <a:gd name="csY20" fmla="*/ 271463 h 651293"/>
                <a:gd name="csX21" fmla="*/ 622041 w 642739"/>
                <a:gd name="csY21" fmla="*/ 300038 h 651293"/>
                <a:gd name="csX22" fmla="*/ 607753 w 642739"/>
                <a:gd name="csY22" fmla="*/ 364332 h 651293"/>
                <a:gd name="csX23" fmla="*/ 586322 w 642739"/>
                <a:gd name="csY23" fmla="*/ 428625 h 651293"/>
                <a:gd name="csX24" fmla="*/ 579178 w 642739"/>
                <a:gd name="csY24" fmla="*/ 450057 h 651293"/>
                <a:gd name="csX25" fmla="*/ 572035 w 642739"/>
                <a:gd name="csY25" fmla="*/ 478632 h 651293"/>
                <a:gd name="csX26" fmla="*/ 564891 w 642739"/>
                <a:gd name="csY26" fmla="*/ 514350 h 651293"/>
                <a:gd name="csX27" fmla="*/ 557747 w 642739"/>
                <a:gd name="csY27" fmla="*/ 535782 h 651293"/>
                <a:gd name="csX28" fmla="*/ 464878 w 642739"/>
                <a:gd name="csY28" fmla="*/ 578644 h 651293"/>
                <a:gd name="csX29" fmla="*/ 393441 w 642739"/>
                <a:gd name="csY29" fmla="*/ 592932 h 651293"/>
                <a:gd name="csX30" fmla="*/ 364866 w 642739"/>
                <a:gd name="csY30" fmla="*/ 600075 h 651293"/>
                <a:gd name="csX31" fmla="*/ 314860 w 642739"/>
                <a:gd name="csY31" fmla="*/ 614363 h 651293"/>
                <a:gd name="csX32" fmla="*/ 186272 w 642739"/>
                <a:gd name="csY32" fmla="*/ 621507 h 651293"/>
                <a:gd name="csX33" fmla="*/ 100547 w 642739"/>
                <a:gd name="csY33" fmla="*/ 635794 h 651293"/>
                <a:gd name="csX34" fmla="*/ 71972 w 642739"/>
                <a:gd name="csY34" fmla="*/ 642938 h 651293"/>
                <a:gd name="csX35" fmla="*/ 29110 w 642739"/>
                <a:gd name="csY35" fmla="*/ 650082 h 651293"/>
                <a:gd name="csX36" fmla="*/ 535 w 642739"/>
                <a:gd name="csY36" fmla="*/ 621507 h 6512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642739" h="651293">
                  <a:moveTo>
                    <a:pt x="535" y="621507"/>
                  </a:moveTo>
                  <a:lnTo>
                    <a:pt x="535" y="621507"/>
                  </a:lnTo>
                  <a:cubicBezTo>
                    <a:pt x="714" y="618279"/>
                    <a:pt x="-4603" y="510336"/>
                    <a:pt x="14822" y="471488"/>
                  </a:cubicBezTo>
                  <a:cubicBezTo>
                    <a:pt x="20292" y="460549"/>
                    <a:pt x="40010" y="433890"/>
                    <a:pt x="50541" y="428625"/>
                  </a:cubicBezTo>
                  <a:cubicBezTo>
                    <a:pt x="61401" y="423195"/>
                    <a:pt x="74314" y="423654"/>
                    <a:pt x="86260" y="421482"/>
                  </a:cubicBezTo>
                  <a:cubicBezTo>
                    <a:pt x="102595" y="418512"/>
                    <a:pt x="147196" y="412006"/>
                    <a:pt x="164841" y="407194"/>
                  </a:cubicBezTo>
                  <a:cubicBezTo>
                    <a:pt x="179370" y="403231"/>
                    <a:pt x="193416" y="397669"/>
                    <a:pt x="207703" y="392907"/>
                  </a:cubicBezTo>
                  <a:lnTo>
                    <a:pt x="250566" y="378619"/>
                  </a:lnTo>
                  <a:cubicBezTo>
                    <a:pt x="257710" y="376238"/>
                    <a:pt x="264613" y="372952"/>
                    <a:pt x="271997" y="371475"/>
                  </a:cubicBezTo>
                  <a:cubicBezTo>
                    <a:pt x="296556" y="366564"/>
                    <a:pt x="312745" y="363916"/>
                    <a:pt x="336291" y="357188"/>
                  </a:cubicBezTo>
                  <a:cubicBezTo>
                    <a:pt x="343531" y="355119"/>
                    <a:pt x="350578" y="352425"/>
                    <a:pt x="357722" y="350044"/>
                  </a:cubicBezTo>
                  <a:cubicBezTo>
                    <a:pt x="370830" y="330383"/>
                    <a:pt x="377505" y="325577"/>
                    <a:pt x="379153" y="300038"/>
                  </a:cubicBezTo>
                  <a:cubicBezTo>
                    <a:pt x="379619" y="292816"/>
                    <a:pt x="351542" y="134768"/>
                    <a:pt x="400585" y="85725"/>
                  </a:cubicBezTo>
                  <a:cubicBezTo>
                    <a:pt x="406656" y="79654"/>
                    <a:pt x="414872" y="76200"/>
                    <a:pt x="422016" y="71438"/>
                  </a:cubicBezTo>
                  <a:cubicBezTo>
                    <a:pt x="424397" y="64294"/>
                    <a:pt x="427091" y="57247"/>
                    <a:pt x="429160" y="50007"/>
                  </a:cubicBezTo>
                  <a:cubicBezTo>
                    <a:pt x="431857" y="40567"/>
                    <a:pt x="430857" y="29601"/>
                    <a:pt x="436303" y="21432"/>
                  </a:cubicBezTo>
                  <a:cubicBezTo>
                    <a:pt x="446170" y="6632"/>
                    <a:pt x="471972" y="3585"/>
                    <a:pt x="486310" y="0"/>
                  </a:cubicBezTo>
                  <a:cubicBezTo>
                    <a:pt x="522029" y="2381"/>
                    <a:pt x="557887" y="3191"/>
                    <a:pt x="593466" y="7144"/>
                  </a:cubicBezTo>
                  <a:cubicBezTo>
                    <a:pt x="600950" y="7976"/>
                    <a:pt x="609017" y="9584"/>
                    <a:pt x="614897" y="14288"/>
                  </a:cubicBezTo>
                  <a:cubicBezTo>
                    <a:pt x="621601" y="19651"/>
                    <a:pt x="624422" y="28575"/>
                    <a:pt x="629185" y="35719"/>
                  </a:cubicBezTo>
                  <a:cubicBezTo>
                    <a:pt x="652437" y="128735"/>
                    <a:pt x="641229" y="72734"/>
                    <a:pt x="629185" y="271463"/>
                  </a:cubicBezTo>
                  <a:cubicBezTo>
                    <a:pt x="628591" y="281263"/>
                    <a:pt x="624171" y="290454"/>
                    <a:pt x="622041" y="300038"/>
                  </a:cubicBezTo>
                  <a:cubicBezTo>
                    <a:pt x="616213" y="326263"/>
                    <a:pt x="615221" y="339439"/>
                    <a:pt x="607753" y="364332"/>
                  </a:cubicBezTo>
                  <a:cubicBezTo>
                    <a:pt x="607741" y="364372"/>
                    <a:pt x="589900" y="417890"/>
                    <a:pt x="586322" y="428625"/>
                  </a:cubicBezTo>
                  <a:cubicBezTo>
                    <a:pt x="583941" y="435769"/>
                    <a:pt x="581004" y="442751"/>
                    <a:pt x="579178" y="450057"/>
                  </a:cubicBezTo>
                  <a:cubicBezTo>
                    <a:pt x="576797" y="459582"/>
                    <a:pt x="574165" y="469048"/>
                    <a:pt x="572035" y="478632"/>
                  </a:cubicBezTo>
                  <a:cubicBezTo>
                    <a:pt x="569401" y="490485"/>
                    <a:pt x="567836" y="502571"/>
                    <a:pt x="564891" y="514350"/>
                  </a:cubicBezTo>
                  <a:cubicBezTo>
                    <a:pt x="563065" y="521656"/>
                    <a:pt x="563691" y="531159"/>
                    <a:pt x="557747" y="535782"/>
                  </a:cubicBezTo>
                  <a:cubicBezTo>
                    <a:pt x="550462" y="541448"/>
                    <a:pt x="483444" y="573693"/>
                    <a:pt x="464878" y="578644"/>
                  </a:cubicBezTo>
                  <a:cubicBezTo>
                    <a:pt x="441414" y="584901"/>
                    <a:pt x="417000" y="587043"/>
                    <a:pt x="393441" y="592932"/>
                  </a:cubicBezTo>
                  <a:cubicBezTo>
                    <a:pt x="383916" y="595313"/>
                    <a:pt x="374306" y="597378"/>
                    <a:pt x="364866" y="600075"/>
                  </a:cubicBezTo>
                  <a:cubicBezTo>
                    <a:pt x="349077" y="604586"/>
                    <a:pt x="331240" y="612874"/>
                    <a:pt x="314860" y="614363"/>
                  </a:cubicBezTo>
                  <a:cubicBezTo>
                    <a:pt x="272108" y="618250"/>
                    <a:pt x="229135" y="619126"/>
                    <a:pt x="186272" y="621507"/>
                  </a:cubicBezTo>
                  <a:cubicBezTo>
                    <a:pt x="157697" y="626269"/>
                    <a:pt x="128651" y="628768"/>
                    <a:pt x="100547" y="635794"/>
                  </a:cubicBezTo>
                  <a:cubicBezTo>
                    <a:pt x="91022" y="638175"/>
                    <a:pt x="81599" y="641012"/>
                    <a:pt x="71972" y="642938"/>
                  </a:cubicBezTo>
                  <a:cubicBezTo>
                    <a:pt x="57769" y="645779"/>
                    <a:pt x="43313" y="647241"/>
                    <a:pt x="29110" y="650082"/>
                  </a:cubicBezTo>
                  <a:cubicBezTo>
                    <a:pt x="-9494" y="657803"/>
                    <a:pt x="5297" y="626269"/>
                    <a:pt x="535" y="621507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A4D63308-81AD-E97D-7A1F-20B2CB113CAC}"/>
              </a:ext>
            </a:extLst>
          </p:cNvPr>
          <p:cNvGrpSpPr/>
          <p:nvPr/>
        </p:nvGrpSpPr>
        <p:grpSpPr>
          <a:xfrm>
            <a:off x="344176" y="2129773"/>
            <a:ext cx="2512142" cy="2290917"/>
            <a:chOff x="1665723" y="2156823"/>
            <a:chExt cx="2512142" cy="229091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6F97E1C-9614-8804-1108-568846139FD8}"/>
                </a:ext>
              </a:extLst>
            </p:cNvPr>
            <p:cNvGrpSpPr/>
            <p:nvPr/>
          </p:nvGrpSpPr>
          <p:grpSpPr>
            <a:xfrm>
              <a:off x="1665723" y="2156823"/>
              <a:ext cx="2512142" cy="2290917"/>
              <a:chOff x="5397910" y="471948"/>
              <a:chExt cx="2512142" cy="2290917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5BD1AAD-3D2D-8847-B5B4-D65061358C61}"/>
                  </a:ext>
                </a:extLst>
              </p:cNvPr>
              <p:cNvCxnSpPr/>
              <p:nvPr/>
            </p:nvCxnSpPr>
            <p:spPr>
              <a:xfrm>
                <a:off x="5397910" y="471948"/>
                <a:ext cx="0" cy="2290917"/>
              </a:xfrm>
              <a:prstGeom prst="line">
                <a:avLst/>
              </a:prstGeom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98A1A85-63F8-0DF0-57D9-A508202A3C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97910" y="2762865"/>
                <a:ext cx="2512142" cy="0"/>
              </a:xfrm>
              <a:prstGeom prst="line">
                <a:avLst/>
              </a:prstGeom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F679D50-1370-0F07-68F9-B9E789861EFB}"/>
                  </a:ext>
                </a:extLst>
              </p:cNvPr>
              <p:cNvCxnSpPr/>
              <p:nvPr/>
            </p:nvCxnSpPr>
            <p:spPr>
              <a:xfrm>
                <a:off x="5397910" y="1753289"/>
                <a:ext cx="2438400" cy="0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87F8C4-903E-505D-77C9-4BEEAD68FB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2353" y="2772161"/>
              <a:ext cx="589359" cy="656839"/>
            </a:xfrm>
            <a:prstGeom prst="line">
              <a:avLst/>
            </a:prstGeom>
            <a:ln w="38100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EDA04B5-B804-07D0-00FF-2115F730EE20}"/>
                </a:ext>
              </a:extLst>
            </p:cNvPr>
            <p:cNvCxnSpPr>
              <a:cxnSpLocks/>
            </p:cNvCxnSpPr>
            <p:nvPr/>
          </p:nvCxnSpPr>
          <p:spPr>
            <a:xfrm>
              <a:off x="2258649" y="2772161"/>
              <a:ext cx="1849040" cy="0"/>
            </a:xfrm>
            <a:prstGeom prst="straightConnector1">
              <a:avLst/>
            </a:prstGeom>
            <a:ln w="38100"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2E33931-7208-2E79-E9CF-4BCEB4ACAA08}"/>
                </a:ext>
              </a:extLst>
            </p:cNvPr>
            <p:cNvCxnSpPr>
              <a:cxnSpLocks/>
            </p:cNvCxnSpPr>
            <p:nvPr/>
          </p:nvCxnSpPr>
          <p:spPr>
            <a:xfrm>
              <a:off x="1682353" y="3438164"/>
              <a:ext cx="604699" cy="385028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1AD4456-D024-A985-5D8C-8614B93E1089}"/>
                </a:ext>
              </a:extLst>
            </p:cNvPr>
            <p:cNvCxnSpPr>
              <a:cxnSpLocks/>
            </p:cNvCxnSpPr>
            <p:nvPr/>
          </p:nvCxnSpPr>
          <p:spPr>
            <a:xfrm>
              <a:off x="2257711" y="3810129"/>
              <a:ext cx="184904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F9A3BD4-D346-83CC-60BA-374147A9F628}"/>
              </a:ext>
            </a:extLst>
          </p:cNvPr>
          <p:cNvGrpSpPr/>
          <p:nvPr/>
        </p:nvGrpSpPr>
        <p:grpSpPr>
          <a:xfrm>
            <a:off x="5342737" y="5086633"/>
            <a:ext cx="2821070" cy="1386292"/>
            <a:chOff x="1243013" y="4911732"/>
            <a:chExt cx="3617325" cy="1513737"/>
          </a:xfrm>
        </p:grpSpPr>
        <p:pic>
          <p:nvPicPr>
            <p:cNvPr id="56" name="Picture 55" descr="A aerial view of a river&#10;&#10;AI-generated content may be incorrect.">
              <a:extLst>
                <a:ext uri="{FF2B5EF4-FFF2-40B4-BE49-F238E27FC236}">
                  <a16:creationId xmlns:a16="http://schemas.microsoft.com/office/drawing/2014/main" id="{A14D5677-23B3-E944-D157-435F404F0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7000"/>
            </a:blip>
            <a:stretch>
              <a:fillRect/>
            </a:stretch>
          </p:blipFill>
          <p:spPr>
            <a:xfrm>
              <a:off x="1258062" y="4911732"/>
              <a:ext cx="3602276" cy="1495860"/>
            </a:xfrm>
            <a:prstGeom prst="rect">
              <a:avLst/>
            </a:prstGeom>
          </p:spPr>
        </p:pic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AC566AE-E3C2-6369-DC15-F0D3A138DB1C}"/>
                </a:ext>
              </a:extLst>
            </p:cNvPr>
            <p:cNvSpPr/>
            <p:nvPr/>
          </p:nvSpPr>
          <p:spPr>
            <a:xfrm>
              <a:off x="1243013" y="4922044"/>
              <a:ext cx="878681" cy="678656"/>
            </a:xfrm>
            <a:custGeom>
              <a:avLst/>
              <a:gdLst>
                <a:gd name="csX0" fmla="*/ 42862 w 878681"/>
                <a:gd name="csY0" fmla="*/ 585787 h 678656"/>
                <a:gd name="csX1" fmla="*/ 42862 w 878681"/>
                <a:gd name="csY1" fmla="*/ 585787 h 678656"/>
                <a:gd name="csX2" fmla="*/ 121443 w 878681"/>
                <a:gd name="csY2" fmla="*/ 592931 h 678656"/>
                <a:gd name="csX3" fmla="*/ 235743 w 878681"/>
                <a:gd name="csY3" fmla="*/ 614362 h 678656"/>
                <a:gd name="csX4" fmla="*/ 264318 w 878681"/>
                <a:gd name="csY4" fmla="*/ 628650 h 678656"/>
                <a:gd name="csX5" fmla="*/ 292893 w 878681"/>
                <a:gd name="csY5" fmla="*/ 635794 h 678656"/>
                <a:gd name="csX6" fmla="*/ 335756 w 878681"/>
                <a:gd name="csY6" fmla="*/ 650081 h 678656"/>
                <a:gd name="csX7" fmla="*/ 385762 w 878681"/>
                <a:gd name="csY7" fmla="*/ 664369 h 678656"/>
                <a:gd name="csX8" fmla="*/ 500062 w 878681"/>
                <a:gd name="csY8" fmla="*/ 671512 h 678656"/>
                <a:gd name="csX9" fmla="*/ 578643 w 878681"/>
                <a:gd name="csY9" fmla="*/ 678656 h 678656"/>
                <a:gd name="csX10" fmla="*/ 664368 w 878681"/>
                <a:gd name="csY10" fmla="*/ 671512 h 678656"/>
                <a:gd name="csX11" fmla="*/ 678656 w 878681"/>
                <a:gd name="csY11" fmla="*/ 642937 h 678656"/>
                <a:gd name="csX12" fmla="*/ 685800 w 878681"/>
                <a:gd name="csY12" fmla="*/ 492919 h 678656"/>
                <a:gd name="csX13" fmla="*/ 700087 w 878681"/>
                <a:gd name="csY13" fmla="*/ 435769 h 678656"/>
                <a:gd name="csX14" fmla="*/ 721518 w 878681"/>
                <a:gd name="csY14" fmla="*/ 364331 h 678656"/>
                <a:gd name="csX15" fmla="*/ 764381 w 878681"/>
                <a:gd name="csY15" fmla="*/ 300037 h 678656"/>
                <a:gd name="csX16" fmla="*/ 778668 w 878681"/>
                <a:gd name="csY16" fmla="*/ 278606 h 678656"/>
                <a:gd name="csX17" fmla="*/ 800100 w 878681"/>
                <a:gd name="csY17" fmla="*/ 235744 h 678656"/>
                <a:gd name="csX18" fmla="*/ 821531 w 878681"/>
                <a:gd name="csY18" fmla="*/ 157162 h 678656"/>
                <a:gd name="csX19" fmla="*/ 828675 w 878681"/>
                <a:gd name="csY19" fmla="*/ 135731 h 678656"/>
                <a:gd name="csX20" fmla="*/ 835818 w 878681"/>
                <a:gd name="csY20" fmla="*/ 100012 h 678656"/>
                <a:gd name="csX21" fmla="*/ 864393 w 878681"/>
                <a:gd name="csY21" fmla="*/ 50006 h 678656"/>
                <a:gd name="csX22" fmla="*/ 871537 w 878681"/>
                <a:gd name="csY22" fmla="*/ 28575 h 678656"/>
                <a:gd name="csX23" fmla="*/ 878681 w 878681"/>
                <a:gd name="csY23" fmla="*/ 14287 h 678656"/>
                <a:gd name="csX24" fmla="*/ 0 w 878681"/>
                <a:gd name="csY24" fmla="*/ 0 h 678656"/>
                <a:gd name="csX25" fmla="*/ 42862 w 878681"/>
                <a:gd name="csY25" fmla="*/ 585787 h 678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878681" h="678656">
                  <a:moveTo>
                    <a:pt x="42862" y="585787"/>
                  </a:moveTo>
                  <a:lnTo>
                    <a:pt x="42862" y="585787"/>
                  </a:lnTo>
                  <a:cubicBezTo>
                    <a:pt x="69056" y="588168"/>
                    <a:pt x="95425" y="589077"/>
                    <a:pt x="121443" y="592931"/>
                  </a:cubicBezTo>
                  <a:cubicBezTo>
                    <a:pt x="159788" y="598612"/>
                    <a:pt x="235743" y="614362"/>
                    <a:pt x="235743" y="614362"/>
                  </a:cubicBezTo>
                  <a:cubicBezTo>
                    <a:pt x="245268" y="619125"/>
                    <a:pt x="254347" y="624911"/>
                    <a:pt x="264318" y="628650"/>
                  </a:cubicBezTo>
                  <a:cubicBezTo>
                    <a:pt x="273511" y="632097"/>
                    <a:pt x="283489" y="632973"/>
                    <a:pt x="292893" y="635794"/>
                  </a:cubicBezTo>
                  <a:cubicBezTo>
                    <a:pt x="307318" y="640122"/>
                    <a:pt x="321468" y="645319"/>
                    <a:pt x="335756" y="650081"/>
                  </a:cubicBezTo>
                  <a:cubicBezTo>
                    <a:pt x="348812" y="654433"/>
                    <a:pt x="372946" y="663087"/>
                    <a:pt x="385762" y="664369"/>
                  </a:cubicBezTo>
                  <a:cubicBezTo>
                    <a:pt x="423747" y="668167"/>
                    <a:pt x="461992" y="668692"/>
                    <a:pt x="500062" y="671512"/>
                  </a:cubicBezTo>
                  <a:cubicBezTo>
                    <a:pt x="526292" y="673455"/>
                    <a:pt x="552449" y="676275"/>
                    <a:pt x="578643" y="678656"/>
                  </a:cubicBezTo>
                  <a:cubicBezTo>
                    <a:pt x="607218" y="676275"/>
                    <a:pt x="637364" y="681156"/>
                    <a:pt x="664368" y="671512"/>
                  </a:cubicBezTo>
                  <a:cubicBezTo>
                    <a:pt x="674397" y="667930"/>
                    <a:pt x="677387" y="653510"/>
                    <a:pt x="678656" y="642937"/>
                  </a:cubicBezTo>
                  <a:cubicBezTo>
                    <a:pt x="684621" y="593231"/>
                    <a:pt x="680649" y="542716"/>
                    <a:pt x="685800" y="492919"/>
                  </a:cubicBezTo>
                  <a:cubicBezTo>
                    <a:pt x="687821" y="473387"/>
                    <a:pt x="695325" y="454819"/>
                    <a:pt x="700087" y="435769"/>
                  </a:cubicBezTo>
                  <a:cubicBezTo>
                    <a:pt x="704080" y="419798"/>
                    <a:pt x="714563" y="374763"/>
                    <a:pt x="721518" y="364331"/>
                  </a:cubicBezTo>
                  <a:lnTo>
                    <a:pt x="764381" y="300037"/>
                  </a:lnTo>
                  <a:cubicBezTo>
                    <a:pt x="769143" y="292893"/>
                    <a:pt x="775953" y="286751"/>
                    <a:pt x="778668" y="278606"/>
                  </a:cubicBezTo>
                  <a:cubicBezTo>
                    <a:pt x="788527" y="249030"/>
                    <a:pt x="781635" y="263440"/>
                    <a:pt x="800100" y="235744"/>
                  </a:cubicBezTo>
                  <a:cubicBezTo>
                    <a:pt x="830755" y="143776"/>
                    <a:pt x="801333" y="237952"/>
                    <a:pt x="821531" y="157162"/>
                  </a:cubicBezTo>
                  <a:cubicBezTo>
                    <a:pt x="823357" y="149857"/>
                    <a:pt x="826849" y="143036"/>
                    <a:pt x="828675" y="135731"/>
                  </a:cubicBezTo>
                  <a:cubicBezTo>
                    <a:pt x="831620" y="123951"/>
                    <a:pt x="831978" y="111531"/>
                    <a:pt x="835818" y="100012"/>
                  </a:cubicBezTo>
                  <a:cubicBezTo>
                    <a:pt x="848339" y="62447"/>
                    <a:pt x="848719" y="81355"/>
                    <a:pt x="864393" y="50006"/>
                  </a:cubicBezTo>
                  <a:cubicBezTo>
                    <a:pt x="867761" y="43271"/>
                    <a:pt x="868740" y="35567"/>
                    <a:pt x="871537" y="28575"/>
                  </a:cubicBezTo>
                  <a:cubicBezTo>
                    <a:pt x="873515" y="23631"/>
                    <a:pt x="876300" y="19050"/>
                    <a:pt x="878681" y="14287"/>
                  </a:cubicBezTo>
                  <a:lnTo>
                    <a:pt x="0" y="0"/>
                  </a:lnTo>
                  <a:lnTo>
                    <a:pt x="42862" y="585787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679B52F-560B-76E5-721D-221C3327F415}"/>
                </a:ext>
              </a:extLst>
            </p:cNvPr>
            <p:cNvSpPr/>
            <p:nvPr/>
          </p:nvSpPr>
          <p:spPr>
            <a:xfrm>
              <a:off x="1950244" y="4936331"/>
              <a:ext cx="642937" cy="660006"/>
            </a:xfrm>
            <a:custGeom>
              <a:avLst/>
              <a:gdLst>
                <a:gd name="csX0" fmla="*/ 0 w 642937"/>
                <a:gd name="csY0" fmla="*/ 650082 h 660006"/>
                <a:gd name="csX1" fmla="*/ 0 w 642937"/>
                <a:gd name="csY1" fmla="*/ 650082 h 660006"/>
                <a:gd name="csX2" fmla="*/ 507206 w 642937"/>
                <a:gd name="csY2" fmla="*/ 650082 h 660006"/>
                <a:gd name="csX3" fmla="*/ 578644 w 642937"/>
                <a:gd name="csY3" fmla="*/ 635794 h 660006"/>
                <a:gd name="csX4" fmla="*/ 642937 w 642937"/>
                <a:gd name="csY4" fmla="*/ 621507 h 660006"/>
                <a:gd name="csX5" fmla="*/ 628650 w 642937"/>
                <a:gd name="csY5" fmla="*/ 592932 h 660006"/>
                <a:gd name="csX6" fmla="*/ 607219 w 642937"/>
                <a:gd name="csY6" fmla="*/ 535782 h 660006"/>
                <a:gd name="csX7" fmla="*/ 585787 w 642937"/>
                <a:gd name="csY7" fmla="*/ 507207 h 660006"/>
                <a:gd name="csX8" fmla="*/ 571500 w 642937"/>
                <a:gd name="csY8" fmla="*/ 478632 h 660006"/>
                <a:gd name="csX9" fmla="*/ 528637 w 642937"/>
                <a:gd name="csY9" fmla="*/ 400050 h 660006"/>
                <a:gd name="csX10" fmla="*/ 492919 w 642937"/>
                <a:gd name="csY10" fmla="*/ 314325 h 660006"/>
                <a:gd name="csX11" fmla="*/ 485775 w 642937"/>
                <a:gd name="csY11" fmla="*/ 278607 h 660006"/>
                <a:gd name="csX12" fmla="*/ 471487 w 642937"/>
                <a:gd name="csY12" fmla="*/ 250032 h 660006"/>
                <a:gd name="csX13" fmla="*/ 450056 w 642937"/>
                <a:gd name="csY13" fmla="*/ 207169 h 660006"/>
                <a:gd name="csX14" fmla="*/ 435769 w 642937"/>
                <a:gd name="csY14" fmla="*/ 50007 h 660006"/>
                <a:gd name="csX15" fmla="*/ 428625 w 642937"/>
                <a:gd name="csY15" fmla="*/ 28575 h 660006"/>
                <a:gd name="csX16" fmla="*/ 378619 w 642937"/>
                <a:gd name="csY16" fmla="*/ 0 h 660006"/>
                <a:gd name="csX17" fmla="*/ 335756 w 642937"/>
                <a:gd name="csY17" fmla="*/ 14288 h 660006"/>
                <a:gd name="csX18" fmla="*/ 278606 w 642937"/>
                <a:gd name="csY18" fmla="*/ 28575 h 660006"/>
                <a:gd name="csX19" fmla="*/ 257175 w 642937"/>
                <a:gd name="csY19" fmla="*/ 35719 h 660006"/>
                <a:gd name="csX20" fmla="*/ 214312 w 642937"/>
                <a:gd name="csY20" fmla="*/ 57150 h 660006"/>
                <a:gd name="csX21" fmla="*/ 135731 w 642937"/>
                <a:gd name="csY21" fmla="*/ 64294 h 660006"/>
                <a:gd name="csX22" fmla="*/ 121444 w 642937"/>
                <a:gd name="csY22" fmla="*/ 235744 h 660006"/>
                <a:gd name="csX23" fmla="*/ 114300 w 642937"/>
                <a:gd name="csY23" fmla="*/ 264319 h 660006"/>
                <a:gd name="csX24" fmla="*/ 85725 w 642937"/>
                <a:gd name="csY24" fmla="*/ 307182 h 660006"/>
                <a:gd name="csX25" fmla="*/ 64294 w 642937"/>
                <a:gd name="csY25" fmla="*/ 321469 h 660006"/>
                <a:gd name="csX26" fmla="*/ 42862 w 642937"/>
                <a:gd name="csY26" fmla="*/ 364332 h 660006"/>
                <a:gd name="csX27" fmla="*/ 35719 w 642937"/>
                <a:gd name="csY27" fmla="*/ 385763 h 660006"/>
                <a:gd name="csX28" fmla="*/ 14287 w 642937"/>
                <a:gd name="csY28" fmla="*/ 435769 h 660006"/>
                <a:gd name="csX29" fmla="*/ 0 w 642937"/>
                <a:gd name="csY29" fmla="*/ 650082 h 6600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42937" h="660006">
                  <a:moveTo>
                    <a:pt x="0" y="650082"/>
                  </a:moveTo>
                  <a:lnTo>
                    <a:pt x="0" y="650082"/>
                  </a:lnTo>
                  <a:cubicBezTo>
                    <a:pt x="214668" y="662007"/>
                    <a:pt x="203147" y="664561"/>
                    <a:pt x="507206" y="650082"/>
                  </a:cubicBezTo>
                  <a:cubicBezTo>
                    <a:pt x="531463" y="648927"/>
                    <a:pt x="554690" y="639786"/>
                    <a:pt x="578644" y="635794"/>
                  </a:cubicBezTo>
                  <a:cubicBezTo>
                    <a:pt x="628934" y="627412"/>
                    <a:pt x="607765" y="633230"/>
                    <a:pt x="642937" y="621507"/>
                  </a:cubicBezTo>
                  <a:cubicBezTo>
                    <a:pt x="638175" y="611982"/>
                    <a:pt x="632389" y="602903"/>
                    <a:pt x="628650" y="592932"/>
                  </a:cubicBezTo>
                  <a:cubicBezTo>
                    <a:pt x="613225" y="551799"/>
                    <a:pt x="632077" y="575554"/>
                    <a:pt x="607219" y="535782"/>
                  </a:cubicBezTo>
                  <a:cubicBezTo>
                    <a:pt x="600909" y="525685"/>
                    <a:pt x="592097" y="517304"/>
                    <a:pt x="585787" y="507207"/>
                  </a:cubicBezTo>
                  <a:cubicBezTo>
                    <a:pt x="580143" y="498177"/>
                    <a:pt x="576672" y="487941"/>
                    <a:pt x="571500" y="478632"/>
                  </a:cubicBezTo>
                  <a:cubicBezTo>
                    <a:pt x="554930" y="448806"/>
                    <a:pt x="541231" y="432794"/>
                    <a:pt x="528637" y="400050"/>
                  </a:cubicBezTo>
                  <a:cubicBezTo>
                    <a:pt x="493078" y="307596"/>
                    <a:pt x="537252" y="388215"/>
                    <a:pt x="492919" y="314325"/>
                  </a:cubicBezTo>
                  <a:cubicBezTo>
                    <a:pt x="490538" y="302419"/>
                    <a:pt x="489615" y="290126"/>
                    <a:pt x="485775" y="278607"/>
                  </a:cubicBezTo>
                  <a:cubicBezTo>
                    <a:pt x="482407" y="268504"/>
                    <a:pt x="475682" y="259820"/>
                    <a:pt x="471487" y="250032"/>
                  </a:cubicBezTo>
                  <a:cubicBezTo>
                    <a:pt x="453740" y="208622"/>
                    <a:pt x="477516" y="248357"/>
                    <a:pt x="450056" y="207169"/>
                  </a:cubicBezTo>
                  <a:cubicBezTo>
                    <a:pt x="431666" y="115219"/>
                    <a:pt x="454624" y="238566"/>
                    <a:pt x="435769" y="50007"/>
                  </a:cubicBezTo>
                  <a:cubicBezTo>
                    <a:pt x="435020" y="42514"/>
                    <a:pt x="433446" y="34360"/>
                    <a:pt x="428625" y="28575"/>
                  </a:cubicBezTo>
                  <a:cubicBezTo>
                    <a:pt x="411992" y="8615"/>
                    <a:pt x="399983" y="7122"/>
                    <a:pt x="378619" y="0"/>
                  </a:cubicBezTo>
                  <a:cubicBezTo>
                    <a:pt x="364331" y="4763"/>
                    <a:pt x="350367" y="10635"/>
                    <a:pt x="335756" y="14288"/>
                  </a:cubicBezTo>
                  <a:cubicBezTo>
                    <a:pt x="316706" y="19050"/>
                    <a:pt x="297234" y="22365"/>
                    <a:pt x="278606" y="28575"/>
                  </a:cubicBezTo>
                  <a:cubicBezTo>
                    <a:pt x="271462" y="30956"/>
                    <a:pt x="263910" y="32351"/>
                    <a:pt x="257175" y="35719"/>
                  </a:cubicBezTo>
                  <a:cubicBezTo>
                    <a:pt x="234534" y="47040"/>
                    <a:pt x="239455" y="53558"/>
                    <a:pt x="214312" y="57150"/>
                  </a:cubicBezTo>
                  <a:cubicBezTo>
                    <a:pt x="188275" y="60869"/>
                    <a:pt x="161925" y="61913"/>
                    <a:pt x="135731" y="64294"/>
                  </a:cubicBezTo>
                  <a:cubicBezTo>
                    <a:pt x="123866" y="313445"/>
                    <a:pt x="145073" y="153039"/>
                    <a:pt x="121444" y="235744"/>
                  </a:cubicBezTo>
                  <a:cubicBezTo>
                    <a:pt x="118747" y="245184"/>
                    <a:pt x="118691" y="255537"/>
                    <a:pt x="114300" y="264319"/>
                  </a:cubicBezTo>
                  <a:cubicBezTo>
                    <a:pt x="106621" y="279678"/>
                    <a:pt x="100013" y="297657"/>
                    <a:pt x="85725" y="307182"/>
                  </a:cubicBezTo>
                  <a:lnTo>
                    <a:pt x="64294" y="321469"/>
                  </a:lnTo>
                  <a:cubicBezTo>
                    <a:pt x="46335" y="375342"/>
                    <a:pt x="70562" y="308931"/>
                    <a:pt x="42862" y="364332"/>
                  </a:cubicBezTo>
                  <a:cubicBezTo>
                    <a:pt x="39495" y="371067"/>
                    <a:pt x="38685" y="378842"/>
                    <a:pt x="35719" y="385763"/>
                  </a:cubicBezTo>
                  <a:cubicBezTo>
                    <a:pt x="9231" y="447568"/>
                    <a:pt x="31044" y="385500"/>
                    <a:pt x="14287" y="435769"/>
                  </a:cubicBezTo>
                  <a:cubicBezTo>
                    <a:pt x="6312" y="595292"/>
                    <a:pt x="2381" y="614363"/>
                    <a:pt x="0" y="650082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6E0312DC-25C6-E436-9AB4-D341A92B2413}"/>
                </a:ext>
              </a:extLst>
            </p:cNvPr>
            <p:cNvSpPr/>
            <p:nvPr/>
          </p:nvSpPr>
          <p:spPr>
            <a:xfrm>
              <a:off x="1275640" y="5586413"/>
              <a:ext cx="888916" cy="428625"/>
            </a:xfrm>
            <a:custGeom>
              <a:avLst/>
              <a:gdLst>
                <a:gd name="csX0" fmla="*/ 17379 w 888916"/>
                <a:gd name="csY0" fmla="*/ 0 h 428625"/>
                <a:gd name="csX1" fmla="*/ 17379 w 888916"/>
                <a:gd name="csY1" fmla="*/ 0 h 428625"/>
                <a:gd name="csX2" fmla="*/ 10235 w 888916"/>
                <a:gd name="csY2" fmla="*/ 400050 h 428625"/>
                <a:gd name="csX3" fmla="*/ 3091 w 888916"/>
                <a:gd name="csY3" fmla="*/ 428625 h 428625"/>
                <a:gd name="csX4" fmla="*/ 288841 w 888916"/>
                <a:gd name="csY4" fmla="*/ 414337 h 428625"/>
                <a:gd name="csX5" fmla="*/ 345991 w 888916"/>
                <a:gd name="csY5" fmla="*/ 400050 h 428625"/>
                <a:gd name="csX6" fmla="*/ 374566 w 888916"/>
                <a:gd name="csY6" fmla="*/ 392906 h 428625"/>
                <a:gd name="csX7" fmla="*/ 431716 w 888916"/>
                <a:gd name="csY7" fmla="*/ 385762 h 428625"/>
                <a:gd name="csX8" fmla="*/ 481723 w 888916"/>
                <a:gd name="csY8" fmla="*/ 378618 h 428625"/>
                <a:gd name="csX9" fmla="*/ 660316 w 888916"/>
                <a:gd name="csY9" fmla="*/ 371475 h 428625"/>
                <a:gd name="csX10" fmla="*/ 838910 w 888916"/>
                <a:gd name="csY10" fmla="*/ 357187 h 428625"/>
                <a:gd name="csX11" fmla="*/ 888916 w 888916"/>
                <a:gd name="csY11" fmla="*/ 350043 h 428625"/>
                <a:gd name="csX12" fmla="*/ 853198 w 888916"/>
                <a:gd name="csY12" fmla="*/ 292893 h 428625"/>
                <a:gd name="csX13" fmla="*/ 838910 w 888916"/>
                <a:gd name="csY13" fmla="*/ 242887 h 428625"/>
                <a:gd name="csX14" fmla="*/ 853198 w 888916"/>
                <a:gd name="csY14" fmla="*/ 200025 h 428625"/>
                <a:gd name="csX15" fmla="*/ 846054 w 888916"/>
                <a:gd name="csY15" fmla="*/ 121443 h 428625"/>
                <a:gd name="csX16" fmla="*/ 810335 w 888916"/>
                <a:gd name="csY16" fmla="*/ 57150 h 428625"/>
                <a:gd name="csX17" fmla="*/ 631741 w 888916"/>
                <a:gd name="csY17" fmla="*/ 50006 h 428625"/>
                <a:gd name="csX18" fmla="*/ 288841 w 888916"/>
                <a:gd name="csY18" fmla="*/ 64293 h 428625"/>
                <a:gd name="csX19" fmla="*/ 110248 w 888916"/>
                <a:gd name="csY19" fmla="*/ 57150 h 428625"/>
                <a:gd name="csX20" fmla="*/ 3091 w 888916"/>
                <a:gd name="csY20" fmla="*/ 35718 h 428625"/>
                <a:gd name="csX21" fmla="*/ 17379 w 888916"/>
                <a:gd name="csY21" fmla="*/ 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88916" h="428625">
                  <a:moveTo>
                    <a:pt x="17379" y="0"/>
                  </a:moveTo>
                  <a:lnTo>
                    <a:pt x="17379" y="0"/>
                  </a:lnTo>
                  <a:cubicBezTo>
                    <a:pt x="14998" y="133350"/>
                    <a:pt x="14678" y="266753"/>
                    <a:pt x="10235" y="400050"/>
                  </a:cubicBezTo>
                  <a:cubicBezTo>
                    <a:pt x="9908" y="409863"/>
                    <a:pt x="-6714" y="428122"/>
                    <a:pt x="3091" y="428625"/>
                  </a:cubicBezTo>
                  <a:lnTo>
                    <a:pt x="288841" y="414337"/>
                  </a:lnTo>
                  <a:lnTo>
                    <a:pt x="345991" y="400050"/>
                  </a:lnTo>
                  <a:cubicBezTo>
                    <a:pt x="355516" y="397669"/>
                    <a:pt x="364824" y="394124"/>
                    <a:pt x="374566" y="392906"/>
                  </a:cubicBezTo>
                  <a:lnTo>
                    <a:pt x="431716" y="385762"/>
                  </a:lnTo>
                  <a:cubicBezTo>
                    <a:pt x="448407" y="383537"/>
                    <a:pt x="464918" y="379668"/>
                    <a:pt x="481723" y="378618"/>
                  </a:cubicBezTo>
                  <a:cubicBezTo>
                    <a:pt x="541186" y="374902"/>
                    <a:pt x="600812" y="374450"/>
                    <a:pt x="660316" y="371475"/>
                  </a:cubicBezTo>
                  <a:cubicBezTo>
                    <a:pt x="717288" y="368626"/>
                    <a:pt x="781363" y="363957"/>
                    <a:pt x="838910" y="357187"/>
                  </a:cubicBezTo>
                  <a:cubicBezTo>
                    <a:pt x="855633" y="355220"/>
                    <a:pt x="872247" y="352424"/>
                    <a:pt x="888916" y="350043"/>
                  </a:cubicBezTo>
                  <a:cubicBezTo>
                    <a:pt x="877010" y="330993"/>
                    <a:pt x="858647" y="314687"/>
                    <a:pt x="853198" y="292893"/>
                  </a:cubicBezTo>
                  <a:cubicBezTo>
                    <a:pt x="844228" y="257013"/>
                    <a:pt x="849159" y="273632"/>
                    <a:pt x="838910" y="242887"/>
                  </a:cubicBezTo>
                  <a:cubicBezTo>
                    <a:pt x="843673" y="228600"/>
                    <a:pt x="854562" y="215023"/>
                    <a:pt x="853198" y="200025"/>
                  </a:cubicBezTo>
                  <a:cubicBezTo>
                    <a:pt x="850817" y="173831"/>
                    <a:pt x="850156" y="147423"/>
                    <a:pt x="846054" y="121443"/>
                  </a:cubicBezTo>
                  <a:cubicBezTo>
                    <a:pt x="840313" y="85086"/>
                    <a:pt x="846417" y="59727"/>
                    <a:pt x="810335" y="57150"/>
                  </a:cubicBezTo>
                  <a:cubicBezTo>
                    <a:pt x="750907" y="52905"/>
                    <a:pt x="691272" y="52387"/>
                    <a:pt x="631741" y="50006"/>
                  </a:cubicBezTo>
                  <a:cubicBezTo>
                    <a:pt x="502333" y="58634"/>
                    <a:pt x="436964" y="64293"/>
                    <a:pt x="288841" y="64293"/>
                  </a:cubicBezTo>
                  <a:cubicBezTo>
                    <a:pt x="229262" y="64293"/>
                    <a:pt x="169779" y="59531"/>
                    <a:pt x="110248" y="57150"/>
                  </a:cubicBezTo>
                  <a:cubicBezTo>
                    <a:pt x="98979" y="55898"/>
                    <a:pt x="18921" y="51548"/>
                    <a:pt x="3091" y="35718"/>
                  </a:cubicBezTo>
                  <a:lnTo>
                    <a:pt x="17379" y="0"/>
                  </a:ln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8A7F6DD9-8CD1-FD4A-559D-F7FB7640B8F7}"/>
                </a:ext>
              </a:extLst>
            </p:cNvPr>
            <p:cNvSpPr/>
            <p:nvPr/>
          </p:nvSpPr>
          <p:spPr>
            <a:xfrm>
              <a:off x="1292766" y="5965031"/>
              <a:ext cx="1578330" cy="460438"/>
            </a:xfrm>
            <a:custGeom>
              <a:avLst/>
              <a:gdLst>
                <a:gd name="csX0" fmla="*/ 7397 w 1578330"/>
                <a:gd name="csY0" fmla="*/ 107157 h 460438"/>
                <a:gd name="csX1" fmla="*/ 7397 w 1578330"/>
                <a:gd name="csY1" fmla="*/ 107157 h 460438"/>
                <a:gd name="csX2" fmla="*/ 7397 w 1578330"/>
                <a:gd name="csY2" fmla="*/ 457200 h 460438"/>
                <a:gd name="csX3" fmla="*/ 35972 w 1578330"/>
                <a:gd name="csY3" fmla="*/ 450057 h 460438"/>
                <a:gd name="csX4" fmla="*/ 57403 w 1578330"/>
                <a:gd name="csY4" fmla="*/ 435769 h 460438"/>
                <a:gd name="csX5" fmla="*/ 128840 w 1578330"/>
                <a:gd name="csY5" fmla="*/ 421482 h 460438"/>
                <a:gd name="csX6" fmla="*/ 243140 w 1578330"/>
                <a:gd name="csY6" fmla="*/ 407194 h 460438"/>
                <a:gd name="csX7" fmla="*/ 878934 w 1578330"/>
                <a:gd name="csY7" fmla="*/ 400050 h 460438"/>
                <a:gd name="csX8" fmla="*/ 936084 w 1578330"/>
                <a:gd name="csY8" fmla="*/ 385763 h 460438"/>
                <a:gd name="csX9" fmla="*/ 957515 w 1578330"/>
                <a:gd name="csY9" fmla="*/ 378619 h 460438"/>
                <a:gd name="csX10" fmla="*/ 964659 w 1578330"/>
                <a:gd name="csY10" fmla="*/ 357188 h 460438"/>
                <a:gd name="csX11" fmla="*/ 1114678 w 1578330"/>
                <a:gd name="csY11" fmla="*/ 364332 h 460438"/>
                <a:gd name="csX12" fmla="*/ 1207547 w 1578330"/>
                <a:gd name="csY12" fmla="*/ 378619 h 460438"/>
                <a:gd name="csX13" fmla="*/ 1414715 w 1578330"/>
                <a:gd name="csY13" fmla="*/ 371475 h 460438"/>
                <a:gd name="csX14" fmla="*/ 1557590 w 1578330"/>
                <a:gd name="csY14" fmla="*/ 357188 h 460438"/>
                <a:gd name="csX15" fmla="*/ 1564734 w 1578330"/>
                <a:gd name="csY15" fmla="*/ 235744 h 460438"/>
                <a:gd name="csX16" fmla="*/ 1550447 w 1578330"/>
                <a:gd name="csY16" fmla="*/ 192882 h 460438"/>
                <a:gd name="csX17" fmla="*/ 1543303 w 1578330"/>
                <a:gd name="csY17" fmla="*/ 85725 h 460438"/>
                <a:gd name="csX18" fmla="*/ 1529015 w 1578330"/>
                <a:gd name="csY18" fmla="*/ 28575 h 460438"/>
                <a:gd name="csX19" fmla="*/ 1521872 w 1578330"/>
                <a:gd name="csY19" fmla="*/ 0 h 460438"/>
                <a:gd name="csX20" fmla="*/ 1336134 w 1578330"/>
                <a:gd name="csY20" fmla="*/ 14288 h 460438"/>
                <a:gd name="csX21" fmla="*/ 1250409 w 1578330"/>
                <a:gd name="csY21" fmla="*/ 21432 h 460438"/>
                <a:gd name="csX22" fmla="*/ 1143253 w 1578330"/>
                <a:gd name="csY22" fmla="*/ 14288 h 460438"/>
                <a:gd name="csX23" fmla="*/ 836072 w 1578330"/>
                <a:gd name="csY23" fmla="*/ 28575 h 460438"/>
                <a:gd name="csX24" fmla="*/ 793209 w 1578330"/>
                <a:gd name="csY24" fmla="*/ 42863 h 460438"/>
                <a:gd name="csX25" fmla="*/ 771778 w 1578330"/>
                <a:gd name="csY25" fmla="*/ 50007 h 460438"/>
                <a:gd name="csX26" fmla="*/ 636047 w 1578330"/>
                <a:gd name="csY26" fmla="*/ 64294 h 460438"/>
                <a:gd name="csX27" fmla="*/ 564609 w 1578330"/>
                <a:gd name="csY27" fmla="*/ 71438 h 460438"/>
                <a:gd name="csX28" fmla="*/ 521747 w 1578330"/>
                <a:gd name="csY28" fmla="*/ 78582 h 460438"/>
                <a:gd name="csX29" fmla="*/ 500315 w 1578330"/>
                <a:gd name="csY29" fmla="*/ 85725 h 460438"/>
                <a:gd name="csX30" fmla="*/ 443165 w 1578330"/>
                <a:gd name="csY30" fmla="*/ 100013 h 460438"/>
                <a:gd name="csX31" fmla="*/ 371728 w 1578330"/>
                <a:gd name="csY31" fmla="*/ 114300 h 460438"/>
                <a:gd name="csX32" fmla="*/ 314578 w 1578330"/>
                <a:gd name="csY32" fmla="*/ 128588 h 460438"/>
                <a:gd name="csX33" fmla="*/ 257428 w 1578330"/>
                <a:gd name="csY33" fmla="*/ 135732 h 460438"/>
                <a:gd name="csX34" fmla="*/ 7397 w 1578330"/>
                <a:gd name="csY34" fmla="*/ 107157 h 460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78330" h="460438">
                  <a:moveTo>
                    <a:pt x="7397" y="107157"/>
                  </a:moveTo>
                  <a:lnTo>
                    <a:pt x="7397" y="107157"/>
                  </a:lnTo>
                  <a:cubicBezTo>
                    <a:pt x="5771" y="152692"/>
                    <a:pt x="-8402" y="394006"/>
                    <a:pt x="7397" y="457200"/>
                  </a:cubicBezTo>
                  <a:cubicBezTo>
                    <a:pt x="9778" y="466725"/>
                    <a:pt x="26447" y="452438"/>
                    <a:pt x="35972" y="450057"/>
                  </a:cubicBezTo>
                  <a:cubicBezTo>
                    <a:pt x="43116" y="445294"/>
                    <a:pt x="49197" y="438294"/>
                    <a:pt x="57403" y="435769"/>
                  </a:cubicBezTo>
                  <a:cubicBezTo>
                    <a:pt x="80613" y="428627"/>
                    <a:pt x="105281" y="427372"/>
                    <a:pt x="128840" y="421482"/>
                  </a:cubicBezTo>
                  <a:cubicBezTo>
                    <a:pt x="176207" y="409640"/>
                    <a:pt x="173990" y="408563"/>
                    <a:pt x="243140" y="407194"/>
                  </a:cubicBezTo>
                  <a:lnTo>
                    <a:pt x="878934" y="400050"/>
                  </a:lnTo>
                  <a:cubicBezTo>
                    <a:pt x="927931" y="383719"/>
                    <a:pt x="867106" y="403008"/>
                    <a:pt x="936084" y="385763"/>
                  </a:cubicBezTo>
                  <a:cubicBezTo>
                    <a:pt x="943389" y="383937"/>
                    <a:pt x="950371" y="381000"/>
                    <a:pt x="957515" y="378619"/>
                  </a:cubicBezTo>
                  <a:cubicBezTo>
                    <a:pt x="959896" y="371475"/>
                    <a:pt x="957160" y="357870"/>
                    <a:pt x="964659" y="357188"/>
                  </a:cubicBezTo>
                  <a:cubicBezTo>
                    <a:pt x="1014516" y="352656"/>
                    <a:pt x="1064734" y="360888"/>
                    <a:pt x="1114678" y="364332"/>
                  </a:cubicBezTo>
                  <a:cubicBezTo>
                    <a:pt x="1154292" y="367064"/>
                    <a:pt x="1171713" y="371452"/>
                    <a:pt x="1207547" y="378619"/>
                  </a:cubicBezTo>
                  <a:cubicBezTo>
                    <a:pt x="1276603" y="376238"/>
                    <a:pt x="1345747" y="375697"/>
                    <a:pt x="1414715" y="371475"/>
                  </a:cubicBezTo>
                  <a:cubicBezTo>
                    <a:pt x="1462488" y="368550"/>
                    <a:pt x="1557590" y="357188"/>
                    <a:pt x="1557590" y="357188"/>
                  </a:cubicBezTo>
                  <a:cubicBezTo>
                    <a:pt x="1588629" y="310631"/>
                    <a:pt x="1579454" y="333876"/>
                    <a:pt x="1564734" y="235744"/>
                  </a:cubicBezTo>
                  <a:cubicBezTo>
                    <a:pt x="1562500" y="220850"/>
                    <a:pt x="1550447" y="192882"/>
                    <a:pt x="1550447" y="192882"/>
                  </a:cubicBezTo>
                  <a:cubicBezTo>
                    <a:pt x="1548066" y="157163"/>
                    <a:pt x="1546865" y="121346"/>
                    <a:pt x="1543303" y="85725"/>
                  </a:cubicBezTo>
                  <a:cubicBezTo>
                    <a:pt x="1539951" y="52208"/>
                    <a:pt x="1536731" y="55581"/>
                    <a:pt x="1529015" y="28575"/>
                  </a:cubicBezTo>
                  <a:cubicBezTo>
                    <a:pt x="1526318" y="19135"/>
                    <a:pt x="1524253" y="9525"/>
                    <a:pt x="1521872" y="0"/>
                  </a:cubicBezTo>
                  <a:cubicBezTo>
                    <a:pt x="1447265" y="24869"/>
                    <a:pt x="1516465" y="3983"/>
                    <a:pt x="1336134" y="14288"/>
                  </a:cubicBezTo>
                  <a:cubicBezTo>
                    <a:pt x="1307507" y="15924"/>
                    <a:pt x="1278984" y="19051"/>
                    <a:pt x="1250409" y="21432"/>
                  </a:cubicBezTo>
                  <a:cubicBezTo>
                    <a:pt x="1214690" y="19051"/>
                    <a:pt x="1179051" y="14288"/>
                    <a:pt x="1143253" y="14288"/>
                  </a:cubicBezTo>
                  <a:cubicBezTo>
                    <a:pt x="909671" y="14288"/>
                    <a:pt x="958443" y="8182"/>
                    <a:pt x="836072" y="28575"/>
                  </a:cubicBezTo>
                  <a:lnTo>
                    <a:pt x="793209" y="42863"/>
                  </a:lnTo>
                  <a:cubicBezTo>
                    <a:pt x="786065" y="45244"/>
                    <a:pt x="779271" y="49258"/>
                    <a:pt x="771778" y="50007"/>
                  </a:cubicBezTo>
                  <a:lnTo>
                    <a:pt x="636047" y="64294"/>
                  </a:lnTo>
                  <a:cubicBezTo>
                    <a:pt x="612247" y="66799"/>
                    <a:pt x="588356" y="68470"/>
                    <a:pt x="564609" y="71438"/>
                  </a:cubicBezTo>
                  <a:cubicBezTo>
                    <a:pt x="550236" y="73235"/>
                    <a:pt x="535887" y="75440"/>
                    <a:pt x="521747" y="78582"/>
                  </a:cubicBezTo>
                  <a:cubicBezTo>
                    <a:pt x="514396" y="80215"/>
                    <a:pt x="507580" y="83744"/>
                    <a:pt x="500315" y="85725"/>
                  </a:cubicBezTo>
                  <a:cubicBezTo>
                    <a:pt x="481371" y="90892"/>
                    <a:pt x="462420" y="96162"/>
                    <a:pt x="443165" y="100013"/>
                  </a:cubicBezTo>
                  <a:cubicBezTo>
                    <a:pt x="419353" y="104775"/>
                    <a:pt x="394766" y="106620"/>
                    <a:pt x="371728" y="114300"/>
                  </a:cubicBezTo>
                  <a:cubicBezTo>
                    <a:pt x="345651" y="122993"/>
                    <a:pt x="346598" y="123662"/>
                    <a:pt x="314578" y="128588"/>
                  </a:cubicBezTo>
                  <a:cubicBezTo>
                    <a:pt x="295603" y="131507"/>
                    <a:pt x="276621" y="135296"/>
                    <a:pt x="257428" y="135732"/>
                  </a:cubicBezTo>
                  <a:cubicBezTo>
                    <a:pt x="171725" y="137680"/>
                    <a:pt x="49069" y="111920"/>
                    <a:pt x="7397" y="107157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499D9935-C614-1E34-784D-AD8B84E35E56}"/>
                </a:ext>
              </a:extLst>
            </p:cNvPr>
            <p:cNvSpPr/>
            <p:nvPr/>
          </p:nvSpPr>
          <p:spPr>
            <a:xfrm>
              <a:off x="2214563" y="4922044"/>
              <a:ext cx="835818" cy="1021556"/>
            </a:xfrm>
            <a:custGeom>
              <a:avLst/>
              <a:gdLst>
                <a:gd name="csX0" fmla="*/ 0 w 835818"/>
                <a:gd name="csY0" fmla="*/ 742950 h 1021556"/>
                <a:gd name="csX1" fmla="*/ 0 w 835818"/>
                <a:gd name="csY1" fmla="*/ 742950 h 1021556"/>
                <a:gd name="csX2" fmla="*/ 7143 w 835818"/>
                <a:gd name="csY2" fmla="*/ 914400 h 1021556"/>
                <a:gd name="csX3" fmla="*/ 14287 w 835818"/>
                <a:gd name="csY3" fmla="*/ 1014412 h 1021556"/>
                <a:gd name="csX4" fmla="*/ 35718 w 835818"/>
                <a:gd name="csY4" fmla="*/ 1021556 h 1021556"/>
                <a:gd name="csX5" fmla="*/ 78581 w 835818"/>
                <a:gd name="csY5" fmla="*/ 1014412 h 1021556"/>
                <a:gd name="csX6" fmla="*/ 107156 w 835818"/>
                <a:gd name="csY6" fmla="*/ 1007269 h 1021556"/>
                <a:gd name="csX7" fmla="*/ 228600 w 835818"/>
                <a:gd name="csY7" fmla="*/ 1000125 h 1021556"/>
                <a:gd name="csX8" fmla="*/ 821531 w 835818"/>
                <a:gd name="csY8" fmla="*/ 1000125 h 1021556"/>
                <a:gd name="csX9" fmla="*/ 828675 w 835818"/>
                <a:gd name="csY9" fmla="*/ 978694 h 1021556"/>
                <a:gd name="csX10" fmla="*/ 835818 w 835818"/>
                <a:gd name="csY10" fmla="*/ 942975 h 1021556"/>
                <a:gd name="csX11" fmla="*/ 828675 w 835818"/>
                <a:gd name="csY11" fmla="*/ 764381 h 1021556"/>
                <a:gd name="csX12" fmla="*/ 814387 w 835818"/>
                <a:gd name="csY12" fmla="*/ 692944 h 1021556"/>
                <a:gd name="csX13" fmla="*/ 800100 w 835818"/>
                <a:gd name="csY13" fmla="*/ 578644 h 1021556"/>
                <a:gd name="csX14" fmla="*/ 792956 w 835818"/>
                <a:gd name="csY14" fmla="*/ 450056 h 1021556"/>
                <a:gd name="csX15" fmla="*/ 778668 w 835818"/>
                <a:gd name="csY15" fmla="*/ 264319 h 1021556"/>
                <a:gd name="csX16" fmla="*/ 771525 w 835818"/>
                <a:gd name="csY16" fmla="*/ 64294 h 1021556"/>
                <a:gd name="csX17" fmla="*/ 757237 w 835818"/>
                <a:gd name="csY17" fmla="*/ 42862 h 1021556"/>
                <a:gd name="csX18" fmla="*/ 750093 w 835818"/>
                <a:gd name="csY18" fmla="*/ 21431 h 1021556"/>
                <a:gd name="csX19" fmla="*/ 700087 w 835818"/>
                <a:gd name="csY19" fmla="*/ 0 h 1021556"/>
                <a:gd name="csX20" fmla="*/ 578643 w 835818"/>
                <a:gd name="csY20" fmla="*/ 7144 h 1021556"/>
                <a:gd name="csX21" fmla="*/ 528637 w 835818"/>
                <a:gd name="csY21" fmla="*/ 21431 h 1021556"/>
                <a:gd name="csX22" fmla="*/ 500062 w 835818"/>
                <a:gd name="csY22" fmla="*/ 28575 h 1021556"/>
                <a:gd name="csX23" fmla="*/ 450056 w 835818"/>
                <a:gd name="csY23" fmla="*/ 42862 h 1021556"/>
                <a:gd name="csX24" fmla="*/ 414337 w 835818"/>
                <a:gd name="csY24" fmla="*/ 50006 h 1021556"/>
                <a:gd name="csX25" fmla="*/ 385762 w 835818"/>
                <a:gd name="csY25" fmla="*/ 57150 h 1021556"/>
                <a:gd name="csX26" fmla="*/ 242887 w 835818"/>
                <a:gd name="csY26" fmla="*/ 64294 h 1021556"/>
                <a:gd name="csX27" fmla="*/ 207168 w 835818"/>
                <a:gd name="csY27" fmla="*/ 71437 h 1021556"/>
                <a:gd name="csX28" fmla="*/ 214312 w 835818"/>
                <a:gd name="csY28" fmla="*/ 121444 h 1021556"/>
                <a:gd name="csX29" fmla="*/ 242887 w 835818"/>
                <a:gd name="csY29" fmla="*/ 164306 h 1021556"/>
                <a:gd name="csX30" fmla="*/ 271462 w 835818"/>
                <a:gd name="csY30" fmla="*/ 207169 h 1021556"/>
                <a:gd name="csX31" fmla="*/ 292893 w 835818"/>
                <a:gd name="csY31" fmla="*/ 235744 h 1021556"/>
                <a:gd name="csX32" fmla="*/ 307181 w 835818"/>
                <a:gd name="csY32" fmla="*/ 278606 h 1021556"/>
                <a:gd name="csX33" fmla="*/ 314325 w 835818"/>
                <a:gd name="csY33" fmla="*/ 300037 h 1021556"/>
                <a:gd name="csX34" fmla="*/ 328612 w 835818"/>
                <a:gd name="csY34" fmla="*/ 335756 h 1021556"/>
                <a:gd name="csX35" fmla="*/ 342900 w 835818"/>
                <a:gd name="csY35" fmla="*/ 414337 h 1021556"/>
                <a:gd name="csX36" fmla="*/ 357187 w 835818"/>
                <a:gd name="csY36" fmla="*/ 457200 h 1021556"/>
                <a:gd name="csX37" fmla="*/ 371475 w 835818"/>
                <a:gd name="csY37" fmla="*/ 521494 h 1021556"/>
                <a:gd name="csX38" fmla="*/ 378618 w 835818"/>
                <a:gd name="csY38" fmla="*/ 542925 h 1021556"/>
                <a:gd name="csX39" fmla="*/ 407193 w 835818"/>
                <a:gd name="csY39" fmla="*/ 592931 h 1021556"/>
                <a:gd name="csX40" fmla="*/ 428625 w 835818"/>
                <a:gd name="csY40" fmla="*/ 635794 h 1021556"/>
                <a:gd name="csX41" fmla="*/ 435768 w 835818"/>
                <a:gd name="csY41" fmla="*/ 657225 h 1021556"/>
                <a:gd name="csX42" fmla="*/ 428625 w 835818"/>
                <a:gd name="csY42" fmla="*/ 685800 h 1021556"/>
                <a:gd name="csX43" fmla="*/ 400050 w 835818"/>
                <a:gd name="csY43" fmla="*/ 700087 h 1021556"/>
                <a:gd name="csX44" fmla="*/ 350043 w 835818"/>
                <a:gd name="csY44" fmla="*/ 714375 h 1021556"/>
                <a:gd name="csX45" fmla="*/ 78581 w 835818"/>
                <a:gd name="csY45" fmla="*/ 714375 h 1021556"/>
                <a:gd name="csX46" fmla="*/ 35718 w 835818"/>
                <a:gd name="csY46" fmla="*/ 721519 h 1021556"/>
                <a:gd name="csX47" fmla="*/ 0 w 835818"/>
                <a:gd name="csY47" fmla="*/ 742950 h 1021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835818" h="1021556">
                  <a:moveTo>
                    <a:pt x="0" y="742950"/>
                  </a:moveTo>
                  <a:lnTo>
                    <a:pt x="0" y="742950"/>
                  </a:lnTo>
                  <a:cubicBezTo>
                    <a:pt x="2381" y="800100"/>
                    <a:pt x="4137" y="857279"/>
                    <a:pt x="7143" y="914400"/>
                  </a:cubicBezTo>
                  <a:cubicBezTo>
                    <a:pt x="8900" y="947776"/>
                    <a:pt x="5675" y="982118"/>
                    <a:pt x="14287" y="1014412"/>
                  </a:cubicBezTo>
                  <a:cubicBezTo>
                    <a:pt x="16227" y="1021688"/>
                    <a:pt x="28574" y="1019175"/>
                    <a:pt x="35718" y="1021556"/>
                  </a:cubicBezTo>
                  <a:cubicBezTo>
                    <a:pt x="50006" y="1019175"/>
                    <a:pt x="64378" y="1017253"/>
                    <a:pt x="78581" y="1014412"/>
                  </a:cubicBezTo>
                  <a:cubicBezTo>
                    <a:pt x="88208" y="1012487"/>
                    <a:pt x="97382" y="1008200"/>
                    <a:pt x="107156" y="1007269"/>
                  </a:cubicBezTo>
                  <a:cubicBezTo>
                    <a:pt x="147525" y="1003425"/>
                    <a:pt x="188119" y="1002506"/>
                    <a:pt x="228600" y="1000125"/>
                  </a:cubicBezTo>
                  <a:cubicBezTo>
                    <a:pt x="398231" y="1004366"/>
                    <a:pt x="653983" y="1015357"/>
                    <a:pt x="821531" y="1000125"/>
                  </a:cubicBezTo>
                  <a:cubicBezTo>
                    <a:pt x="829030" y="999443"/>
                    <a:pt x="826849" y="985999"/>
                    <a:pt x="828675" y="978694"/>
                  </a:cubicBezTo>
                  <a:cubicBezTo>
                    <a:pt x="831620" y="966914"/>
                    <a:pt x="833437" y="954881"/>
                    <a:pt x="835818" y="942975"/>
                  </a:cubicBezTo>
                  <a:cubicBezTo>
                    <a:pt x="833437" y="883444"/>
                    <a:pt x="833763" y="823742"/>
                    <a:pt x="828675" y="764381"/>
                  </a:cubicBezTo>
                  <a:cubicBezTo>
                    <a:pt x="826601" y="740186"/>
                    <a:pt x="817399" y="717040"/>
                    <a:pt x="814387" y="692944"/>
                  </a:cubicBezTo>
                  <a:lnTo>
                    <a:pt x="800100" y="578644"/>
                  </a:lnTo>
                  <a:cubicBezTo>
                    <a:pt x="797719" y="535781"/>
                    <a:pt x="795876" y="492885"/>
                    <a:pt x="792956" y="450056"/>
                  </a:cubicBezTo>
                  <a:cubicBezTo>
                    <a:pt x="788732" y="388105"/>
                    <a:pt x="778668" y="264319"/>
                    <a:pt x="778668" y="264319"/>
                  </a:cubicBezTo>
                  <a:cubicBezTo>
                    <a:pt x="776287" y="197644"/>
                    <a:pt x="777951" y="130701"/>
                    <a:pt x="771525" y="64294"/>
                  </a:cubicBezTo>
                  <a:cubicBezTo>
                    <a:pt x="770698" y="55748"/>
                    <a:pt x="761077" y="50542"/>
                    <a:pt x="757237" y="42862"/>
                  </a:cubicBezTo>
                  <a:cubicBezTo>
                    <a:pt x="753869" y="36127"/>
                    <a:pt x="755418" y="26756"/>
                    <a:pt x="750093" y="21431"/>
                  </a:cubicBezTo>
                  <a:cubicBezTo>
                    <a:pt x="741267" y="12605"/>
                    <a:pt x="712894" y="4269"/>
                    <a:pt x="700087" y="0"/>
                  </a:cubicBezTo>
                  <a:cubicBezTo>
                    <a:pt x="659606" y="2381"/>
                    <a:pt x="619012" y="3300"/>
                    <a:pt x="578643" y="7144"/>
                  </a:cubicBezTo>
                  <a:cubicBezTo>
                    <a:pt x="561887" y="8740"/>
                    <a:pt x="544714" y="16837"/>
                    <a:pt x="528637" y="21431"/>
                  </a:cubicBezTo>
                  <a:cubicBezTo>
                    <a:pt x="519197" y="24128"/>
                    <a:pt x="509502" y="25878"/>
                    <a:pt x="500062" y="28575"/>
                  </a:cubicBezTo>
                  <a:cubicBezTo>
                    <a:pt x="458291" y="40510"/>
                    <a:pt x="500312" y="31694"/>
                    <a:pt x="450056" y="42862"/>
                  </a:cubicBezTo>
                  <a:cubicBezTo>
                    <a:pt x="438203" y="45496"/>
                    <a:pt x="426190" y="47372"/>
                    <a:pt x="414337" y="50006"/>
                  </a:cubicBezTo>
                  <a:cubicBezTo>
                    <a:pt x="404753" y="52136"/>
                    <a:pt x="395546" y="56335"/>
                    <a:pt x="385762" y="57150"/>
                  </a:cubicBezTo>
                  <a:cubicBezTo>
                    <a:pt x="338242" y="61110"/>
                    <a:pt x="290512" y="61913"/>
                    <a:pt x="242887" y="64294"/>
                  </a:cubicBezTo>
                  <a:cubicBezTo>
                    <a:pt x="230981" y="66675"/>
                    <a:pt x="212598" y="60577"/>
                    <a:pt x="207168" y="71437"/>
                  </a:cubicBezTo>
                  <a:cubicBezTo>
                    <a:pt x="199638" y="86498"/>
                    <a:pt x="211010" y="104933"/>
                    <a:pt x="214312" y="121444"/>
                  </a:cubicBezTo>
                  <a:cubicBezTo>
                    <a:pt x="220618" y="152972"/>
                    <a:pt x="221542" y="136863"/>
                    <a:pt x="242887" y="164306"/>
                  </a:cubicBezTo>
                  <a:cubicBezTo>
                    <a:pt x="253429" y="177860"/>
                    <a:pt x="261159" y="193432"/>
                    <a:pt x="271462" y="207169"/>
                  </a:cubicBezTo>
                  <a:lnTo>
                    <a:pt x="292893" y="235744"/>
                  </a:lnTo>
                  <a:lnTo>
                    <a:pt x="307181" y="278606"/>
                  </a:lnTo>
                  <a:cubicBezTo>
                    <a:pt x="309562" y="285750"/>
                    <a:pt x="311528" y="293045"/>
                    <a:pt x="314325" y="300037"/>
                  </a:cubicBezTo>
                  <a:lnTo>
                    <a:pt x="328612" y="335756"/>
                  </a:lnTo>
                  <a:cubicBezTo>
                    <a:pt x="330947" y="349763"/>
                    <a:pt x="338620" y="398643"/>
                    <a:pt x="342900" y="414337"/>
                  </a:cubicBezTo>
                  <a:cubicBezTo>
                    <a:pt x="346863" y="428867"/>
                    <a:pt x="354233" y="442432"/>
                    <a:pt x="357187" y="457200"/>
                  </a:cubicBezTo>
                  <a:cubicBezTo>
                    <a:pt x="362099" y="481759"/>
                    <a:pt x="364748" y="497948"/>
                    <a:pt x="371475" y="521494"/>
                  </a:cubicBezTo>
                  <a:cubicBezTo>
                    <a:pt x="373544" y="528734"/>
                    <a:pt x="375652" y="536004"/>
                    <a:pt x="378618" y="542925"/>
                  </a:cubicBezTo>
                  <a:cubicBezTo>
                    <a:pt x="416182" y="630576"/>
                    <a:pt x="371329" y="521203"/>
                    <a:pt x="407193" y="592931"/>
                  </a:cubicBezTo>
                  <a:cubicBezTo>
                    <a:pt x="436768" y="652081"/>
                    <a:pt x="387680" y="574376"/>
                    <a:pt x="428625" y="635794"/>
                  </a:cubicBezTo>
                  <a:cubicBezTo>
                    <a:pt x="431006" y="642938"/>
                    <a:pt x="435768" y="649695"/>
                    <a:pt x="435768" y="657225"/>
                  </a:cubicBezTo>
                  <a:cubicBezTo>
                    <a:pt x="435768" y="667043"/>
                    <a:pt x="434910" y="678258"/>
                    <a:pt x="428625" y="685800"/>
                  </a:cubicBezTo>
                  <a:cubicBezTo>
                    <a:pt x="421808" y="693981"/>
                    <a:pt x="409838" y="695892"/>
                    <a:pt x="400050" y="700087"/>
                  </a:cubicBezTo>
                  <a:cubicBezTo>
                    <a:pt x="385702" y="706236"/>
                    <a:pt x="364544" y="710750"/>
                    <a:pt x="350043" y="714375"/>
                  </a:cubicBezTo>
                  <a:cubicBezTo>
                    <a:pt x="203760" y="707409"/>
                    <a:pt x="214166" y="702585"/>
                    <a:pt x="78581" y="714375"/>
                  </a:cubicBezTo>
                  <a:cubicBezTo>
                    <a:pt x="64151" y="715630"/>
                    <a:pt x="50034" y="719317"/>
                    <a:pt x="35718" y="721519"/>
                  </a:cubicBezTo>
                  <a:cubicBezTo>
                    <a:pt x="-15091" y="729335"/>
                    <a:pt x="5953" y="739378"/>
                    <a:pt x="0" y="742950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D8AF2DE2-4C01-A9E1-12B2-88E426712F81}"/>
                </a:ext>
              </a:extLst>
            </p:cNvPr>
            <p:cNvSpPr/>
            <p:nvPr/>
          </p:nvSpPr>
          <p:spPr>
            <a:xfrm>
              <a:off x="2921794" y="4914900"/>
              <a:ext cx="400182" cy="1464469"/>
            </a:xfrm>
            <a:custGeom>
              <a:avLst/>
              <a:gdLst>
                <a:gd name="csX0" fmla="*/ 0 w 400182"/>
                <a:gd name="csY0" fmla="*/ 1078706 h 1464469"/>
                <a:gd name="csX1" fmla="*/ 0 w 400182"/>
                <a:gd name="csY1" fmla="*/ 1078706 h 1464469"/>
                <a:gd name="csX2" fmla="*/ 14287 w 400182"/>
                <a:gd name="csY2" fmla="*/ 1371600 h 1464469"/>
                <a:gd name="csX3" fmla="*/ 28575 w 400182"/>
                <a:gd name="csY3" fmla="*/ 1464469 h 1464469"/>
                <a:gd name="csX4" fmla="*/ 164306 w 400182"/>
                <a:gd name="csY4" fmla="*/ 1457325 h 1464469"/>
                <a:gd name="csX5" fmla="*/ 185737 w 400182"/>
                <a:gd name="csY5" fmla="*/ 1450181 h 1464469"/>
                <a:gd name="csX6" fmla="*/ 221456 w 400182"/>
                <a:gd name="csY6" fmla="*/ 1443038 h 1464469"/>
                <a:gd name="csX7" fmla="*/ 264319 w 400182"/>
                <a:gd name="csY7" fmla="*/ 1428750 h 1464469"/>
                <a:gd name="csX8" fmla="*/ 292894 w 400182"/>
                <a:gd name="csY8" fmla="*/ 1421606 h 1464469"/>
                <a:gd name="csX9" fmla="*/ 314325 w 400182"/>
                <a:gd name="csY9" fmla="*/ 1414463 h 1464469"/>
                <a:gd name="csX10" fmla="*/ 371475 w 400182"/>
                <a:gd name="csY10" fmla="*/ 1400175 h 1464469"/>
                <a:gd name="csX11" fmla="*/ 392906 w 400182"/>
                <a:gd name="csY11" fmla="*/ 1385888 h 1464469"/>
                <a:gd name="csX12" fmla="*/ 400050 w 400182"/>
                <a:gd name="csY12" fmla="*/ 1357313 h 1464469"/>
                <a:gd name="csX13" fmla="*/ 385762 w 400182"/>
                <a:gd name="csY13" fmla="*/ 1321594 h 1464469"/>
                <a:gd name="csX14" fmla="*/ 364331 w 400182"/>
                <a:gd name="csY14" fmla="*/ 1264444 h 1464469"/>
                <a:gd name="csX15" fmla="*/ 357187 w 400182"/>
                <a:gd name="csY15" fmla="*/ 1228725 h 1464469"/>
                <a:gd name="csX16" fmla="*/ 342900 w 400182"/>
                <a:gd name="csY16" fmla="*/ 1171575 h 1464469"/>
                <a:gd name="csX17" fmla="*/ 335756 w 400182"/>
                <a:gd name="csY17" fmla="*/ 1128713 h 1464469"/>
                <a:gd name="csX18" fmla="*/ 342900 w 400182"/>
                <a:gd name="csY18" fmla="*/ 800100 h 1464469"/>
                <a:gd name="csX19" fmla="*/ 357187 w 400182"/>
                <a:gd name="csY19" fmla="*/ 657225 h 1464469"/>
                <a:gd name="csX20" fmla="*/ 342900 w 400182"/>
                <a:gd name="csY20" fmla="*/ 578644 h 1464469"/>
                <a:gd name="csX21" fmla="*/ 335756 w 400182"/>
                <a:gd name="csY21" fmla="*/ 521494 h 1464469"/>
                <a:gd name="csX22" fmla="*/ 328612 w 400182"/>
                <a:gd name="csY22" fmla="*/ 171450 h 1464469"/>
                <a:gd name="csX23" fmla="*/ 314325 w 400182"/>
                <a:gd name="csY23" fmla="*/ 57150 h 1464469"/>
                <a:gd name="csX24" fmla="*/ 307181 w 400182"/>
                <a:gd name="csY24" fmla="*/ 21431 h 1464469"/>
                <a:gd name="csX25" fmla="*/ 292894 w 400182"/>
                <a:gd name="csY25" fmla="*/ 0 h 1464469"/>
                <a:gd name="csX26" fmla="*/ 171450 w 400182"/>
                <a:gd name="csY26" fmla="*/ 14288 h 1464469"/>
                <a:gd name="csX27" fmla="*/ 114300 w 400182"/>
                <a:gd name="csY27" fmla="*/ 28575 h 1464469"/>
                <a:gd name="csX28" fmla="*/ 92869 w 400182"/>
                <a:gd name="csY28" fmla="*/ 107156 h 1464469"/>
                <a:gd name="csX29" fmla="*/ 78581 w 400182"/>
                <a:gd name="csY29" fmla="*/ 171450 h 1464469"/>
                <a:gd name="csX30" fmla="*/ 85725 w 400182"/>
                <a:gd name="csY30" fmla="*/ 314325 h 1464469"/>
                <a:gd name="csX31" fmla="*/ 100012 w 400182"/>
                <a:gd name="csY31" fmla="*/ 392906 h 1464469"/>
                <a:gd name="csX32" fmla="*/ 107156 w 400182"/>
                <a:gd name="csY32" fmla="*/ 485775 h 1464469"/>
                <a:gd name="csX33" fmla="*/ 121444 w 400182"/>
                <a:gd name="csY33" fmla="*/ 592931 h 1464469"/>
                <a:gd name="csX34" fmla="*/ 142875 w 400182"/>
                <a:gd name="csY34" fmla="*/ 692944 h 1464469"/>
                <a:gd name="csX35" fmla="*/ 150019 w 400182"/>
                <a:gd name="csY35" fmla="*/ 742950 h 1464469"/>
                <a:gd name="csX36" fmla="*/ 157162 w 400182"/>
                <a:gd name="csY36" fmla="*/ 785813 h 1464469"/>
                <a:gd name="csX37" fmla="*/ 164306 w 400182"/>
                <a:gd name="csY37" fmla="*/ 864394 h 1464469"/>
                <a:gd name="csX38" fmla="*/ 157162 w 400182"/>
                <a:gd name="csY38" fmla="*/ 1007269 h 1464469"/>
                <a:gd name="csX39" fmla="*/ 150019 w 400182"/>
                <a:gd name="csY39" fmla="*/ 1028700 h 1464469"/>
                <a:gd name="csX40" fmla="*/ 107156 w 400182"/>
                <a:gd name="csY40" fmla="*/ 1050131 h 1464469"/>
                <a:gd name="csX41" fmla="*/ 28575 w 400182"/>
                <a:gd name="csY41" fmla="*/ 1057275 h 1464469"/>
                <a:gd name="csX42" fmla="*/ 7144 w 400182"/>
                <a:gd name="csY42" fmla="*/ 1064419 h 1464469"/>
                <a:gd name="csX43" fmla="*/ 0 w 400182"/>
                <a:gd name="csY43" fmla="*/ 1078706 h 1464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00182" h="1464469">
                  <a:moveTo>
                    <a:pt x="0" y="1078706"/>
                  </a:moveTo>
                  <a:lnTo>
                    <a:pt x="0" y="1078706"/>
                  </a:lnTo>
                  <a:cubicBezTo>
                    <a:pt x="12900" y="1517300"/>
                    <a:pt x="-5403" y="1204226"/>
                    <a:pt x="14287" y="1371600"/>
                  </a:cubicBezTo>
                  <a:cubicBezTo>
                    <a:pt x="24332" y="1456986"/>
                    <a:pt x="13186" y="1418304"/>
                    <a:pt x="28575" y="1464469"/>
                  </a:cubicBezTo>
                  <a:cubicBezTo>
                    <a:pt x="73819" y="1462088"/>
                    <a:pt x="119186" y="1461427"/>
                    <a:pt x="164306" y="1457325"/>
                  </a:cubicBezTo>
                  <a:cubicBezTo>
                    <a:pt x="171805" y="1456643"/>
                    <a:pt x="178432" y="1452007"/>
                    <a:pt x="185737" y="1450181"/>
                  </a:cubicBezTo>
                  <a:cubicBezTo>
                    <a:pt x="197517" y="1447236"/>
                    <a:pt x="209742" y="1446233"/>
                    <a:pt x="221456" y="1443038"/>
                  </a:cubicBezTo>
                  <a:cubicBezTo>
                    <a:pt x="235986" y="1439075"/>
                    <a:pt x="249708" y="1432403"/>
                    <a:pt x="264319" y="1428750"/>
                  </a:cubicBezTo>
                  <a:cubicBezTo>
                    <a:pt x="273844" y="1426369"/>
                    <a:pt x="283454" y="1424303"/>
                    <a:pt x="292894" y="1421606"/>
                  </a:cubicBezTo>
                  <a:cubicBezTo>
                    <a:pt x="300134" y="1419537"/>
                    <a:pt x="307020" y="1416289"/>
                    <a:pt x="314325" y="1414463"/>
                  </a:cubicBezTo>
                  <a:cubicBezTo>
                    <a:pt x="330630" y="1410387"/>
                    <a:pt x="355144" y="1408340"/>
                    <a:pt x="371475" y="1400175"/>
                  </a:cubicBezTo>
                  <a:cubicBezTo>
                    <a:pt x="379154" y="1396335"/>
                    <a:pt x="385762" y="1390650"/>
                    <a:pt x="392906" y="1385888"/>
                  </a:cubicBezTo>
                  <a:cubicBezTo>
                    <a:pt x="395287" y="1376363"/>
                    <a:pt x="401134" y="1367071"/>
                    <a:pt x="400050" y="1357313"/>
                  </a:cubicBezTo>
                  <a:cubicBezTo>
                    <a:pt x="398634" y="1344568"/>
                    <a:pt x="389817" y="1333760"/>
                    <a:pt x="385762" y="1321594"/>
                  </a:cubicBezTo>
                  <a:cubicBezTo>
                    <a:pt x="366308" y="1263232"/>
                    <a:pt x="393562" y="1322903"/>
                    <a:pt x="364331" y="1264444"/>
                  </a:cubicBezTo>
                  <a:cubicBezTo>
                    <a:pt x="361950" y="1252538"/>
                    <a:pt x="359917" y="1240556"/>
                    <a:pt x="357187" y="1228725"/>
                  </a:cubicBezTo>
                  <a:cubicBezTo>
                    <a:pt x="352772" y="1209592"/>
                    <a:pt x="346128" y="1190944"/>
                    <a:pt x="342900" y="1171575"/>
                  </a:cubicBezTo>
                  <a:lnTo>
                    <a:pt x="335756" y="1128713"/>
                  </a:lnTo>
                  <a:cubicBezTo>
                    <a:pt x="338137" y="1019175"/>
                    <a:pt x="339310" y="909605"/>
                    <a:pt x="342900" y="800100"/>
                  </a:cubicBezTo>
                  <a:cubicBezTo>
                    <a:pt x="346018" y="704999"/>
                    <a:pt x="344664" y="719849"/>
                    <a:pt x="357187" y="657225"/>
                  </a:cubicBezTo>
                  <a:cubicBezTo>
                    <a:pt x="351036" y="626468"/>
                    <a:pt x="347468" y="610620"/>
                    <a:pt x="342900" y="578644"/>
                  </a:cubicBezTo>
                  <a:cubicBezTo>
                    <a:pt x="340185" y="559639"/>
                    <a:pt x="338137" y="540544"/>
                    <a:pt x="335756" y="521494"/>
                  </a:cubicBezTo>
                  <a:cubicBezTo>
                    <a:pt x="333375" y="404813"/>
                    <a:pt x="333993" y="288032"/>
                    <a:pt x="328612" y="171450"/>
                  </a:cubicBezTo>
                  <a:cubicBezTo>
                    <a:pt x="326842" y="133094"/>
                    <a:pt x="321855" y="94801"/>
                    <a:pt x="314325" y="57150"/>
                  </a:cubicBezTo>
                  <a:cubicBezTo>
                    <a:pt x="311944" y="45244"/>
                    <a:pt x="311444" y="32800"/>
                    <a:pt x="307181" y="21431"/>
                  </a:cubicBezTo>
                  <a:cubicBezTo>
                    <a:pt x="304166" y="13392"/>
                    <a:pt x="297656" y="7144"/>
                    <a:pt x="292894" y="0"/>
                  </a:cubicBezTo>
                  <a:cubicBezTo>
                    <a:pt x="114337" y="12754"/>
                    <a:pt x="240592" y="-4569"/>
                    <a:pt x="171450" y="14288"/>
                  </a:cubicBezTo>
                  <a:cubicBezTo>
                    <a:pt x="152506" y="19455"/>
                    <a:pt x="114300" y="28575"/>
                    <a:pt x="114300" y="28575"/>
                  </a:cubicBezTo>
                  <a:cubicBezTo>
                    <a:pt x="100946" y="68636"/>
                    <a:pt x="108984" y="42696"/>
                    <a:pt x="92869" y="107156"/>
                  </a:cubicBezTo>
                  <a:cubicBezTo>
                    <a:pt x="82778" y="147520"/>
                    <a:pt x="87653" y="126092"/>
                    <a:pt x="78581" y="171450"/>
                  </a:cubicBezTo>
                  <a:cubicBezTo>
                    <a:pt x="80962" y="219075"/>
                    <a:pt x="82068" y="266781"/>
                    <a:pt x="85725" y="314325"/>
                  </a:cubicBezTo>
                  <a:cubicBezTo>
                    <a:pt x="86867" y="329170"/>
                    <a:pt x="96733" y="376509"/>
                    <a:pt x="100012" y="392906"/>
                  </a:cubicBezTo>
                  <a:cubicBezTo>
                    <a:pt x="102393" y="423862"/>
                    <a:pt x="104212" y="454867"/>
                    <a:pt x="107156" y="485775"/>
                  </a:cubicBezTo>
                  <a:cubicBezTo>
                    <a:pt x="108762" y="502635"/>
                    <a:pt x="118274" y="573910"/>
                    <a:pt x="121444" y="592931"/>
                  </a:cubicBezTo>
                  <a:cubicBezTo>
                    <a:pt x="127066" y="626665"/>
                    <a:pt x="137252" y="659210"/>
                    <a:pt x="142875" y="692944"/>
                  </a:cubicBezTo>
                  <a:cubicBezTo>
                    <a:pt x="145643" y="709553"/>
                    <a:pt x="147459" y="726308"/>
                    <a:pt x="150019" y="742950"/>
                  </a:cubicBezTo>
                  <a:cubicBezTo>
                    <a:pt x="152221" y="757266"/>
                    <a:pt x="155470" y="771428"/>
                    <a:pt x="157162" y="785813"/>
                  </a:cubicBezTo>
                  <a:cubicBezTo>
                    <a:pt x="160235" y="811935"/>
                    <a:pt x="161925" y="838200"/>
                    <a:pt x="164306" y="864394"/>
                  </a:cubicBezTo>
                  <a:cubicBezTo>
                    <a:pt x="161925" y="912019"/>
                    <a:pt x="161293" y="959764"/>
                    <a:pt x="157162" y="1007269"/>
                  </a:cubicBezTo>
                  <a:cubicBezTo>
                    <a:pt x="156510" y="1014771"/>
                    <a:pt x="154723" y="1022820"/>
                    <a:pt x="150019" y="1028700"/>
                  </a:cubicBezTo>
                  <a:cubicBezTo>
                    <a:pt x="142716" y="1037829"/>
                    <a:pt x="118846" y="1048461"/>
                    <a:pt x="107156" y="1050131"/>
                  </a:cubicBezTo>
                  <a:cubicBezTo>
                    <a:pt x="81119" y="1053851"/>
                    <a:pt x="54769" y="1054894"/>
                    <a:pt x="28575" y="1057275"/>
                  </a:cubicBezTo>
                  <a:cubicBezTo>
                    <a:pt x="21431" y="1059656"/>
                    <a:pt x="13879" y="1061051"/>
                    <a:pt x="7144" y="1064419"/>
                  </a:cubicBezTo>
                  <a:cubicBezTo>
                    <a:pt x="-535" y="1068259"/>
                    <a:pt x="1191" y="1076325"/>
                    <a:pt x="0" y="1078706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F2342A61-833D-455B-C7C8-95DEB939EA9C}"/>
                </a:ext>
              </a:extLst>
            </p:cNvPr>
            <p:cNvSpPr/>
            <p:nvPr/>
          </p:nvSpPr>
          <p:spPr>
            <a:xfrm>
              <a:off x="3328988" y="5507831"/>
              <a:ext cx="542925" cy="850107"/>
            </a:xfrm>
            <a:custGeom>
              <a:avLst/>
              <a:gdLst>
                <a:gd name="csX0" fmla="*/ 57150 w 542925"/>
                <a:gd name="csY0" fmla="*/ 850107 h 850107"/>
                <a:gd name="csX1" fmla="*/ 57150 w 542925"/>
                <a:gd name="csY1" fmla="*/ 850107 h 850107"/>
                <a:gd name="csX2" fmla="*/ 21431 w 542925"/>
                <a:gd name="csY2" fmla="*/ 714375 h 850107"/>
                <a:gd name="csX3" fmla="*/ 7143 w 542925"/>
                <a:gd name="csY3" fmla="*/ 642938 h 850107"/>
                <a:gd name="csX4" fmla="*/ 0 w 542925"/>
                <a:gd name="csY4" fmla="*/ 507207 h 850107"/>
                <a:gd name="csX5" fmla="*/ 14287 w 542925"/>
                <a:gd name="csY5" fmla="*/ 250032 h 850107"/>
                <a:gd name="csX6" fmla="*/ 21431 w 542925"/>
                <a:gd name="csY6" fmla="*/ 178594 h 850107"/>
                <a:gd name="csX7" fmla="*/ 28575 w 542925"/>
                <a:gd name="csY7" fmla="*/ 71438 h 850107"/>
                <a:gd name="csX8" fmla="*/ 42862 w 542925"/>
                <a:gd name="csY8" fmla="*/ 28575 h 850107"/>
                <a:gd name="csX9" fmla="*/ 64293 w 542925"/>
                <a:gd name="csY9" fmla="*/ 14288 h 850107"/>
                <a:gd name="csX10" fmla="*/ 107156 w 542925"/>
                <a:gd name="csY10" fmla="*/ 0 h 850107"/>
                <a:gd name="csX11" fmla="*/ 185737 w 542925"/>
                <a:gd name="csY11" fmla="*/ 7144 h 850107"/>
                <a:gd name="csX12" fmla="*/ 228600 w 542925"/>
                <a:gd name="csY12" fmla="*/ 28575 h 850107"/>
                <a:gd name="csX13" fmla="*/ 250031 w 542925"/>
                <a:gd name="csY13" fmla="*/ 35719 h 850107"/>
                <a:gd name="csX14" fmla="*/ 342900 w 542925"/>
                <a:gd name="csY14" fmla="*/ 50007 h 850107"/>
                <a:gd name="csX15" fmla="*/ 442912 w 542925"/>
                <a:gd name="csY15" fmla="*/ 42863 h 850107"/>
                <a:gd name="csX16" fmla="*/ 464343 w 542925"/>
                <a:gd name="csY16" fmla="*/ 35719 h 850107"/>
                <a:gd name="csX17" fmla="*/ 507206 w 542925"/>
                <a:gd name="csY17" fmla="*/ 42863 h 850107"/>
                <a:gd name="csX18" fmla="*/ 514350 w 542925"/>
                <a:gd name="csY18" fmla="*/ 500063 h 850107"/>
                <a:gd name="csX19" fmla="*/ 521493 w 542925"/>
                <a:gd name="csY19" fmla="*/ 714375 h 850107"/>
                <a:gd name="csX20" fmla="*/ 535781 w 542925"/>
                <a:gd name="csY20" fmla="*/ 764382 h 850107"/>
                <a:gd name="csX21" fmla="*/ 542925 w 542925"/>
                <a:gd name="csY21" fmla="*/ 792957 h 850107"/>
                <a:gd name="csX22" fmla="*/ 535781 w 542925"/>
                <a:gd name="csY22" fmla="*/ 821532 h 850107"/>
                <a:gd name="csX23" fmla="*/ 192881 w 542925"/>
                <a:gd name="csY23" fmla="*/ 835819 h 850107"/>
                <a:gd name="csX24" fmla="*/ 78581 w 542925"/>
                <a:gd name="csY24" fmla="*/ 850107 h 850107"/>
                <a:gd name="csX25" fmla="*/ 57150 w 542925"/>
                <a:gd name="csY25" fmla="*/ 850107 h 850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542925" h="850107">
                  <a:moveTo>
                    <a:pt x="57150" y="850107"/>
                  </a:moveTo>
                  <a:lnTo>
                    <a:pt x="57150" y="850107"/>
                  </a:lnTo>
                  <a:cubicBezTo>
                    <a:pt x="13050" y="717806"/>
                    <a:pt x="38537" y="811307"/>
                    <a:pt x="21431" y="714375"/>
                  </a:cubicBezTo>
                  <a:cubicBezTo>
                    <a:pt x="17211" y="690461"/>
                    <a:pt x="7143" y="642938"/>
                    <a:pt x="7143" y="642938"/>
                  </a:cubicBezTo>
                  <a:cubicBezTo>
                    <a:pt x="4762" y="597694"/>
                    <a:pt x="0" y="552513"/>
                    <a:pt x="0" y="507207"/>
                  </a:cubicBezTo>
                  <a:cubicBezTo>
                    <a:pt x="0" y="422533"/>
                    <a:pt x="6572" y="334897"/>
                    <a:pt x="14287" y="250032"/>
                  </a:cubicBezTo>
                  <a:cubicBezTo>
                    <a:pt x="16454" y="226199"/>
                    <a:pt x="19523" y="202449"/>
                    <a:pt x="21431" y="178594"/>
                  </a:cubicBezTo>
                  <a:cubicBezTo>
                    <a:pt x="24286" y="142910"/>
                    <a:pt x="23512" y="106876"/>
                    <a:pt x="28575" y="71438"/>
                  </a:cubicBezTo>
                  <a:cubicBezTo>
                    <a:pt x="30705" y="56529"/>
                    <a:pt x="30331" y="36929"/>
                    <a:pt x="42862" y="28575"/>
                  </a:cubicBezTo>
                  <a:cubicBezTo>
                    <a:pt x="50006" y="23813"/>
                    <a:pt x="56447" y="17775"/>
                    <a:pt x="64293" y="14288"/>
                  </a:cubicBezTo>
                  <a:cubicBezTo>
                    <a:pt x="78056" y="8171"/>
                    <a:pt x="107156" y="0"/>
                    <a:pt x="107156" y="0"/>
                  </a:cubicBezTo>
                  <a:cubicBezTo>
                    <a:pt x="133350" y="2381"/>
                    <a:pt x="159700" y="3424"/>
                    <a:pt x="185737" y="7144"/>
                  </a:cubicBezTo>
                  <a:cubicBezTo>
                    <a:pt x="210872" y="10735"/>
                    <a:pt x="205966" y="17258"/>
                    <a:pt x="228600" y="28575"/>
                  </a:cubicBezTo>
                  <a:cubicBezTo>
                    <a:pt x="235335" y="31943"/>
                    <a:pt x="242680" y="34085"/>
                    <a:pt x="250031" y="35719"/>
                  </a:cubicBezTo>
                  <a:cubicBezTo>
                    <a:pt x="267874" y="39684"/>
                    <a:pt x="326947" y="47728"/>
                    <a:pt x="342900" y="50007"/>
                  </a:cubicBezTo>
                  <a:cubicBezTo>
                    <a:pt x="376237" y="47626"/>
                    <a:pt x="409719" y="46768"/>
                    <a:pt x="442912" y="42863"/>
                  </a:cubicBezTo>
                  <a:cubicBezTo>
                    <a:pt x="450391" y="41983"/>
                    <a:pt x="456813" y="35719"/>
                    <a:pt x="464343" y="35719"/>
                  </a:cubicBezTo>
                  <a:cubicBezTo>
                    <a:pt x="478828" y="35719"/>
                    <a:pt x="492918" y="40482"/>
                    <a:pt x="507206" y="42863"/>
                  </a:cubicBezTo>
                  <a:cubicBezTo>
                    <a:pt x="509587" y="195263"/>
                    <a:pt x="511108" y="347679"/>
                    <a:pt x="514350" y="500063"/>
                  </a:cubicBezTo>
                  <a:cubicBezTo>
                    <a:pt x="515870" y="571524"/>
                    <a:pt x="517296" y="643021"/>
                    <a:pt x="521493" y="714375"/>
                  </a:cubicBezTo>
                  <a:cubicBezTo>
                    <a:pt x="522320" y="728434"/>
                    <a:pt x="531778" y="750372"/>
                    <a:pt x="535781" y="764382"/>
                  </a:cubicBezTo>
                  <a:cubicBezTo>
                    <a:pt x="538478" y="773822"/>
                    <a:pt x="540544" y="783432"/>
                    <a:pt x="542925" y="792957"/>
                  </a:cubicBezTo>
                  <a:cubicBezTo>
                    <a:pt x="540544" y="802482"/>
                    <a:pt x="545526" y="820339"/>
                    <a:pt x="535781" y="821532"/>
                  </a:cubicBezTo>
                  <a:cubicBezTo>
                    <a:pt x="422230" y="835436"/>
                    <a:pt x="192881" y="835819"/>
                    <a:pt x="192881" y="835819"/>
                  </a:cubicBezTo>
                  <a:cubicBezTo>
                    <a:pt x="72636" y="849180"/>
                    <a:pt x="180556" y="836511"/>
                    <a:pt x="78581" y="850107"/>
                  </a:cubicBezTo>
                  <a:lnTo>
                    <a:pt x="57150" y="850107"/>
                  </a:lnTo>
                  <a:close/>
                </a:path>
              </a:pathLst>
            </a:custGeom>
            <a:pattFill prst="wdDnDiag">
              <a:fgClr>
                <a:schemeClr val="accent3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9ED9F7AA-A476-1731-E48A-A79E8C814C00}"/>
                </a:ext>
              </a:extLst>
            </p:cNvPr>
            <p:cNvSpPr/>
            <p:nvPr/>
          </p:nvSpPr>
          <p:spPr>
            <a:xfrm>
              <a:off x="3286125" y="4922044"/>
              <a:ext cx="555623" cy="564356"/>
            </a:xfrm>
            <a:custGeom>
              <a:avLst/>
              <a:gdLst>
                <a:gd name="csX0" fmla="*/ 0 w 555623"/>
                <a:gd name="csY0" fmla="*/ 28575 h 564356"/>
                <a:gd name="csX1" fmla="*/ 0 w 555623"/>
                <a:gd name="csY1" fmla="*/ 28575 h 564356"/>
                <a:gd name="csX2" fmla="*/ 7144 w 555623"/>
                <a:gd name="csY2" fmla="*/ 435769 h 564356"/>
                <a:gd name="csX3" fmla="*/ 28575 w 555623"/>
                <a:gd name="csY3" fmla="*/ 485775 h 564356"/>
                <a:gd name="csX4" fmla="*/ 42863 w 555623"/>
                <a:gd name="csY4" fmla="*/ 521494 h 564356"/>
                <a:gd name="csX5" fmla="*/ 64294 w 555623"/>
                <a:gd name="csY5" fmla="*/ 564356 h 564356"/>
                <a:gd name="csX6" fmla="*/ 128588 w 555623"/>
                <a:gd name="csY6" fmla="*/ 542925 h 564356"/>
                <a:gd name="csX7" fmla="*/ 157163 w 555623"/>
                <a:gd name="csY7" fmla="*/ 528637 h 564356"/>
                <a:gd name="csX8" fmla="*/ 178594 w 555623"/>
                <a:gd name="csY8" fmla="*/ 514350 h 564356"/>
                <a:gd name="csX9" fmla="*/ 228600 w 555623"/>
                <a:gd name="csY9" fmla="*/ 500062 h 564356"/>
                <a:gd name="csX10" fmla="*/ 285750 w 555623"/>
                <a:gd name="csY10" fmla="*/ 507206 h 564356"/>
                <a:gd name="csX11" fmla="*/ 328613 w 555623"/>
                <a:gd name="csY11" fmla="*/ 521494 h 564356"/>
                <a:gd name="csX12" fmla="*/ 421481 w 555623"/>
                <a:gd name="csY12" fmla="*/ 535781 h 564356"/>
                <a:gd name="csX13" fmla="*/ 492919 w 555623"/>
                <a:gd name="csY13" fmla="*/ 542925 h 564356"/>
                <a:gd name="csX14" fmla="*/ 550069 w 555623"/>
                <a:gd name="csY14" fmla="*/ 535781 h 564356"/>
                <a:gd name="csX15" fmla="*/ 542925 w 555623"/>
                <a:gd name="csY15" fmla="*/ 435769 h 564356"/>
                <a:gd name="csX16" fmla="*/ 521494 w 555623"/>
                <a:gd name="csY16" fmla="*/ 357187 h 564356"/>
                <a:gd name="csX17" fmla="*/ 514350 w 555623"/>
                <a:gd name="csY17" fmla="*/ 328612 h 564356"/>
                <a:gd name="csX18" fmla="*/ 521494 w 555623"/>
                <a:gd name="csY18" fmla="*/ 235744 h 564356"/>
                <a:gd name="csX19" fmla="*/ 507206 w 555623"/>
                <a:gd name="csY19" fmla="*/ 64294 h 564356"/>
                <a:gd name="csX20" fmla="*/ 514350 w 555623"/>
                <a:gd name="csY20" fmla="*/ 14287 h 564356"/>
                <a:gd name="csX21" fmla="*/ 407194 w 555623"/>
                <a:gd name="csY21" fmla="*/ 7144 h 564356"/>
                <a:gd name="csX22" fmla="*/ 364331 w 555623"/>
                <a:gd name="csY22" fmla="*/ 0 h 564356"/>
                <a:gd name="csX23" fmla="*/ 192881 w 555623"/>
                <a:gd name="csY23" fmla="*/ 7144 h 564356"/>
                <a:gd name="csX24" fmla="*/ 128588 w 555623"/>
                <a:gd name="csY24" fmla="*/ 21431 h 564356"/>
                <a:gd name="csX25" fmla="*/ 92869 w 555623"/>
                <a:gd name="csY25" fmla="*/ 28575 h 564356"/>
                <a:gd name="csX26" fmla="*/ 50006 w 555623"/>
                <a:gd name="csY26" fmla="*/ 42862 h 564356"/>
                <a:gd name="csX27" fmla="*/ 0 w 555623"/>
                <a:gd name="csY27" fmla="*/ 28575 h 5643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555623" h="564356">
                  <a:moveTo>
                    <a:pt x="0" y="28575"/>
                  </a:moveTo>
                  <a:lnTo>
                    <a:pt x="0" y="28575"/>
                  </a:lnTo>
                  <a:cubicBezTo>
                    <a:pt x="2381" y="164306"/>
                    <a:pt x="2695" y="300090"/>
                    <a:pt x="7144" y="435769"/>
                  </a:cubicBezTo>
                  <a:cubicBezTo>
                    <a:pt x="8187" y="467589"/>
                    <a:pt x="15998" y="460620"/>
                    <a:pt x="28575" y="485775"/>
                  </a:cubicBezTo>
                  <a:cubicBezTo>
                    <a:pt x="34310" y="497245"/>
                    <a:pt x="37128" y="510024"/>
                    <a:pt x="42863" y="521494"/>
                  </a:cubicBezTo>
                  <a:cubicBezTo>
                    <a:pt x="70559" y="576887"/>
                    <a:pt x="46337" y="510488"/>
                    <a:pt x="64294" y="564356"/>
                  </a:cubicBezTo>
                  <a:cubicBezTo>
                    <a:pt x="85725" y="557212"/>
                    <a:pt x="108383" y="553028"/>
                    <a:pt x="128588" y="542925"/>
                  </a:cubicBezTo>
                  <a:cubicBezTo>
                    <a:pt x="138113" y="538162"/>
                    <a:pt x="147917" y="533921"/>
                    <a:pt x="157163" y="528637"/>
                  </a:cubicBezTo>
                  <a:cubicBezTo>
                    <a:pt x="164617" y="524377"/>
                    <a:pt x="170915" y="518190"/>
                    <a:pt x="178594" y="514350"/>
                  </a:cubicBezTo>
                  <a:cubicBezTo>
                    <a:pt x="188844" y="509225"/>
                    <a:pt x="219443" y="502351"/>
                    <a:pt x="228600" y="500062"/>
                  </a:cubicBezTo>
                  <a:cubicBezTo>
                    <a:pt x="247650" y="502443"/>
                    <a:pt x="266978" y="503183"/>
                    <a:pt x="285750" y="507206"/>
                  </a:cubicBezTo>
                  <a:cubicBezTo>
                    <a:pt x="300476" y="510362"/>
                    <a:pt x="313757" y="519018"/>
                    <a:pt x="328613" y="521494"/>
                  </a:cubicBezTo>
                  <a:cubicBezTo>
                    <a:pt x="359604" y="526659"/>
                    <a:pt x="390243" y="532106"/>
                    <a:pt x="421481" y="535781"/>
                  </a:cubicBezTo>
                  <a:cubicBezTo>
                    <a:pt x="445249" y="538577"/>
                    <a:pt x="469106" y="540544"/>
                    <a:pt x="492919" y="542925"/>
                  </a:cubicBezTo>
                  <a:cubicBezTo>
                    <a:pt x="511969" y="540544"/>
                    <a:pt x="541950" y="553178"/>
                    <a:pt x="550069" y="535781"/>
                  </a:cubicBezTo>
                  <a:cubicBezTo>
                    <a:pt x="564203" y="505494"/>
                    <a:pt x="547441" y="468885"/>
                    <a:pt x="542925" y="435769"/>
                  </a:cubicBezTo>
                  <a:cubicBezTo>
                    <a:pt x="536281" y="387049"/>
                    <a:pt x="531216" y="391213"/>
                    <a:pt x="521494" y="357187"/>
                  </a:cubicBezTo>
                  <a:cubicBezTo>
                    <a:pt x="518797" y="347747"/>
                    <a:pt x="516731" y="338137"/>
                    <a:pt x="514350" y="328612"/>
                  </a:cubicBezTo>
                  <a:cubicBezTo>
                    <a:pt x="516731" y="297656"/>
                    <a:pt x="521494" y="266791"/>
                    <a:pt x="521494" y="235744"/>
                  </a:cubicBezTo>
                  <a:cubicBezTo>
                    <a:pt x="521494" y="140377"/>
                    <a:pt x="518726" y="133412"/>
                    <a:pt x="507206" y="64294"/>
                  </a:cubicBezTo>
                  <a:cubicBezTo>
                    <a:pt x="509587" y="47625"/>
                    <a:pt x="528970" y="22641"/>
                    <a:pt x="514350" y="14287"/>
                  </a:cubicBezTo>
                  <a:cubicBezTo>
                    <a:pt x="483269" y="-3474"/>
                    <a:pt x="442831" y="10538"/>
                    <a:pt x="407194" y="7144"/>
                  </a:cubicBezTo>
                  <a:cubicBezTo>
                    <a:pt x="392774" y="5771"/>
                    <a:pt x="378619" y="2381"/>
                    <a:pt x="364331" y="0"/>
                  </a:cubicBezTo>
                  <a:cubicBezTo>
                    <a:pt x="307181" y="2381"/>
                    <a:pt x="249945" y="3209"/>
                    <a:pt x="192881" y="7144"/>
                  </a:cubicBezTo>
                  <a:cubicBezTo>
                    <a:pt x="177254" y="8222"/>
                    <a:pt x="144911" y="17804"/>
                    <a:pt x="128588" y="21431"/>
                  </a:cubicBezTo>
                  <a:cubicBezTo>
                    <a:pt x="116735" y="24065"/>
                    <a:pt x="104583" y="25380"/>
                    <a:pt x="92869" y="28575"/>
                  </a:cubicBezTo>
                  <a:cubicBezTo>
                    <a:pt x="78339" y="32538"/>
                    <a:pt x="65066" y="42862"/>
                    <a:pt x="50006" y="42862"/>
                  </a:cubicBezTo>
                  <a:lnTo>
                    <a:pt x="0" y="28575"/>
                  </a:ln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25" name="Freeform 1024">
              <a:extLst>
                <a:ext uri="{FF2B5EF4-FFF2-40B4-BE49-F238E27FC236}">
                  <a16:creationId xmlns:a16="http://schemas.microsoft.com/office/drawing/2014/main" id="{AAD11129-D245-98BF-DF7B-01C1D489D5C0}"/>
                </a:ext>
              </a:extLst>
            </p:cNvPr>
            <p:cNvSpPr/>
            <p:nvPr/>
          </p:nvSpPr>
          <p:spPr>
            <a:xfrm>
              <a:off x="3878137" y="4921284"/>
              <a:ext cx="630259" cy="1015172"/>
            </a:xfrm>
            <a:custGeom>
              <a:avLst/>
              <a:gdLst>
                <a:gd name="csX0" fmla="*/ 22351 w 630259"/>
                <a:gd name="csY0" fmla="*/ 879441 h 1015172"/>
                <a:gd name="csX1" fmla="*/ 22351 w 630259"/>
                <a:gd name="csY1" fmla="*/ 879441 h 1015172"/>
                <a:gd name="csX2" fmla="*/ 22351 w 630259"/>
                <a:gd name="csY2" fmla="*/ 400810 h 1015172"/>
                <a:gd name="csX3" fmla="*/ 29494 w 630259"/>
                <a:gd name="csY3" fmla="*/ 372235 h 1015172"/>
                <a:gd name="csX4" fmla="*/ 36638 w 630259"/>
                <a:gd name="csY4" fmla="*/ 315085 h 1015172"/>
                <a:gd name="csX5" fmla="*/ 79501 w 630259"/>
                <a:gd name="csY5" fmla="*/ 7904 h 1015172"/>
                <a:gd name="csX6" fmla="*/ 100932 w 630259"/>
                <a:gd name="csY6" fmla="*/ 15047 h 1015172"/>
                <a:gd name="csX7" fmla="*/ 229519 w 630259"/>
                <a:gd name="csY7" fmla="*/ 36479 h 1015172"/>
                <a:gd name="csX8" fmla="*/ 272382 w 630259"/>
                <a:gd name="csY8" fmla="*/ 22191 h 1015172"/>
                <a:gd name="csX9" fmla="*/ 293813 w 630259"/>
                <a:gd name="csY9" fmla="*/ 15047 h 1015172"/>
                <a:gd name="csX10" fmla="*/ 486694 w 630259"/>
                <a:gd name="csY10" fmla="*/ 760 h 1015172"/>
                <a:gd name="csX11" fmla="*/ 565276 w 630259"/>
                <a:gd name="csY11" fmla="*/ 7904 h 1015172"/>
                <a:gd name="csX12" fmla="*/ 608138 w 630259"/>
                <a:gd name="csY12" fmla="*/ 22191 h 1015172"/>
                <a:gd name="csX13" fmla="*/ 622426 w 630259"/>
                <a:gd name="csY13" fmla="*/ 50766 h 1015172"/>
                <a:gd name="csX14" fmla="*/ 629569 w 630259"/>
                <a:gd name="csY14" fmla="*/ 79341 h 1015172"/>
                <a:gd name="csX15" fmla="*/ 622426 w 630259"/>
                <a:gd name="csY15" fmla="*/ 315085 h 1015172"/>
                <a:gd name="csX16" fmla="*/ 593851 w 630259"/>
                <a:gd name="csY16" fmla="*/ 329372 h 1015172"/>
                <a:gd name="csX17" fmla="*/ 522413 w 630259"/>
                <a:gd name="csY17" fmla="*/ 350804 h 1015172"/>
                <a:gd name="csX18" fmla="*/ 500982 w 630259"/>
                <a:gd name="csY18" fmla="*/ 365091 h 1015172"/>
                <a:gd name="csX19" fmla="*/ 415257 w 630259"/>
                <a:gd name="csY19" fmla="*/ 379379 h 1015172"/>
                <a:gd name="csX20" fmla="*/ 372394 w 630259"/>
                <a:gd name="csY20" fmla="*/ 400810 h 1015172"/>
                <a:gd name="csX21" fmla="*/ 365251 w 630259"/>
                <a:gd name="csY21" fmla="*/ 422241 h 1015172"/>
                <a:gd name="csX22" fmla="*/ 329532 w 630259"/>
                <a:gd name="csY22" fmla="*/ 465104 h 1015172"/>
                <a:gd name="csX23" fmla="*/ 308101 w 630259"/>
                <a:gd name="csY23" fmla="*/ 479391 h 1015172"/>
                <a:gd name="csX24" fmla="*/ 300957 w 630259"/>
                <a:gd name="csY24" fmla="*/ 715135 h 1015172"/>
                <a:gd name="csX25" fmla="*/ 293813 w 630259"/>
                <a:gd name="csY25" fmla="*/ 736566 h 1015172"/>
                <a:gd name="csX26" fmla="*/ 279526 w 630259"/>
                <a:gd name="csY26" fmla="*/ 808004 h 1015172"/>
                <a:gd name="csX27" fmla="*/ 229519 w 630259"/>
                <a:gd name="csY27" fmla="*/ 836579 h 1015172"/>
                <a:gd name="csX28" fmla="*/ 208088 w 630259"/>
                <a:gd name="csY28" fmla="*/ 850866 h 1015172"/>
                <a:gd name="csX29" fmla="*/ 179513 w 630259"/>
                <a:gd name="csY29" fmla="*/ 858010 h 1015172"/>
                <a:gd name="csX30" fmla="*/ 136651 w 630259"/>
                <a:gd name="csY30" fmla="*/ 900872 h 1015172"/>
                <a:gd name="csX31" fmla="*/ 115219 w 630259"/>
                <a:gd name="csY31" fmla="*/ 922304 h 1015172"/>
                <a:gd name="csX32" fmla="*/ 79501 w 630259"/>
                <a:gd name="csY32" fmla="*/ 958022 h 1015172"/>
                <a:gd name="csX33" fmla="*/ 43782 w 630259"/>
                <a:gd name="csY33" fmla="*/ 1000885 h 1015172"/>
                <a:gd name="csX34" fmla="*/ 22351 w 630259"/>
                <a:gd name="csY34" fmla="*/ 1015172 h 1015172"/>
                <a:gd name="csX35" fmla="*/ 919 w 630259"/>
                <a:gd name="csY35" fmla="*/ 986597 h 1015172"/>
                <a:gd name="csX36" fmla="*/ 8063 w 630259"/>
                <a:gd name="csY36" fmla="*/ 879441 h 1015172"/>
                <a:gd name="csX37" fmla="*/ 22351 w 630259"/>
                <a:gd name="csY37" fmla="*/ 879441 h 1015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630259" h="1015172">
                  <a:moveTo>
                    <a:pt x="22351" y="879441"/>
                  </a:moveTo>
                  <a:lnTo>
                    <a:pt x="22351" y="879441"/>
                  </a:lnTo>
                  <a:cubicBezTo>
                    <a:pt x="17460" y="669152"/>
                    <a:pt x="8942" y="588545"/>
                    <a:pt x="22351" y="400810"/>
                  </a:cubicBezTo>
                  <a:cubicBezTo>
                    <a:pt x="23050" y="391017"/>
                    <a:pt x="27880" y="381920"/>
                    <a:pt x="29494" y="372235"/>
                  </a:cubicBezTo>
                  <a:cubicBezTo>
                    <a:pt x="32650" y="353298"/>
                    <a:pt x="34257" y="334135"/>
                    <a:pt x="36638" y="315085"/>
                  </a:cubicBezTo>
                  <a:cubicBezTo>
                    <a:pt x="42708" y="48032"/>
                    <a:pt x="-58828" y="-26677"/>
                    <a:pt x="79501" y="7904"/>
                  </a:cubicBezTo>
                  <a:cubicBezTo>
                    <a:pt x="86806" y="9730"/>
                    <a:pt x="93788" y="12666"/>
                    <a:pt x="100932" y="15047"/>
                  </a:cubicBezTo>
                  <a:cubicBezTo>
                    <a:pt x="167652" y="59528"/>
                    <a:pt x="126682" y="45048"/>
                    <a:pt x="229519" y="36479"/>
                  </a:cubicBezTo>
                  <a:lnTo>
                    <a:pt x="272382" y="22191"/>
                  </a:lnTo>
                  <a:cubicBezTo>
                    <a:pt x="279526" y="19810"/>
                    <a:pt x="286303" y="15603"/>
                    <a:pt x="293813" y="15047"/>
                  </a:cubicBezTo>
                  <a:lnTo>
                    <a:pt x="486694" y="760"/>
                  </a:lnTo>
                  <a:cubicBezTo>
                    <a:pt x="512888" y="3141"/>
                    <a:pt x="539374" y="3333"/>
                    <a:pt x="565276" y="7904"/>
                  </a:cubicBezTo>
                  <a:cubicBezTo>
                    <a:pt x="580107" y="10521"/>
                    <a:pt x="608138" y="22191"/>
                    <a:pt x="608138" y="22191"/>
                  </a:cubicBezTo>
                  <a:cubicBezTo>
                    <a:pt x="612901" y="31716"/>
                    <a:pt x="618687" y="40795"/>
                    <a:pt x="622426" y="50766"/>
                  </a:cubicBezTo>
                  <a:cubicBezTo>
                    <a:pt x="625873" y="59959"/>
                    <a:pt x="629569" y="69523"/>
                    <a:pt x="629569" y="79341"/>
                  </a:cubicBezTo>
                  <a:cubicBezTo>
                    <a:pt x="629569" y="157958"/>
                    <a:pt x="633544" y="237258"/>
                    <a:pt x="622426" y="315085"/>
                  </a:cubicBezTo>
                  <a:cubicBezTo>
                    <a:pt x="620920" y="325627"/>
                    <a:pt x="603739" y="325417"/>
                    <a:pt x="593851" y="329372"/>
                  </a:cubicBezTo>
                  <a:cubicBezTo>
                    <a:pt x="564862" y="340968"/>
                    <a:pt x="550482" y="343786"/>
                    <a:pt x="522413" y="350804"/>
                  </a:cubicBezTo>
                  <a:cubicBezTo>
                    <a:pt x="515269" y="355566"/>
                    <a:pt x="508873" y="361709"/>
                    <a:pt x="500982" y="365091"/>
                  </a:cubicBezTo>
                  <a:cubicBezTo>
                    <a:pt x="481546" y="373421"/>
                    <a:pt x="427861" y="377803"/>
                    <a:pt x="415257" y="379379"/>
                  </a:cubicBezTo>
                  <a:cubicBezTo>
                    <a:pt x="401138" y="384085"/>
                    <a:pt x="382466" y="388220"/>
                    <a:pt x="372394" y="400810"/>
                  </a:cubicBezTo>
                  <a:cubicBezTo>
                    <a:pt x="367690" y="406690"/>
                    <a:pt x="368619" y="415506"/>
                    <a:pt x="365251" y="422241"/>
                  </a:cubicBezTo>
                  <a:cubicBezTo>
                    <a:pt x="357225" y="438293"/>
                    <a:pt x="343071" y="453821"/>
                    <a:pt x="329532" y="465104"/>
                  </a:cubicBezTo>
                  <a:cubicBezTo>
                    <a:pt x="322936" y="470600"/>
                    <a:pt x="315245" y="474629"/>
                    <a:pt x="308101" y="479391"/>
                  </a:cubicBezTo>
                  <a:cubicBezTo>
                    <a:pt x="305720" y="557972"/>
                    <a:pt x="305318" y="636639"/>
                    <a:pt x="300957" y="715135"/>
                  </a:cubicBezTo>
                  <a:cubicBezTo>
                    <a:pt x="300539" y="722654"/>
                    <a:pt x="295506" y="729229"/>
                    <a:pt x="293813" y="736566"/>
                  </a:cubicBezTo>
                  <a:cubicBezTo>
                    <a:pt x="288353" y="760228"/>
                    <a:pt x="299732" y="794534"/>
                    <a:pt x="279526" y="808004"/>
                  </a:cubicBezTo>
                  <a:cubicBezTo>
                    <a:pt x="227304" y="842816"/>
                    <a:pt x="292973" y="800320"/>
                    <a:pt x="229519" y="836579"/>
                  </a:cubicBezTo>
                  <a:cubicBezTo>
                    <a:pt x="222065" y="840839"/>
                    <a:pt x="215979" y="847484"/>
                    <a:pt x="208088" y="850866"/>
                  </a:cubicBezTo>
                  <a:cubicBezTo>
                    <a:pt x="199064" y="854734"/>
                    <a:pt x="189038" y="855629"/>
                    <a:pt x="179513" y="858010"/>
                  </a:cubicBezTo>
                  <a:lnTo>
                    <a:pt x="136651" y="900872"/>
                  </a:lnTo>
                  <a:cubicBezTo>
                    <a:pt x="129507" y="908016"/>
                    <a:pt x="120823" y="913898"/>
                    <a:pt x="115219" y="922304"/>
                  </a:cubicBezTo>
                  <a:cubicBezTo>
                    <a:pt x="96170" y="950879"/>
                    <a:pt x="108076" y="938973"/>
                    <a:pt x="79501" y="958022"/>
                  </a:cubicBezTo>
                  <a:cubicBezTo>
                    <a:pt x="65453" y="979095"/>
                    <a:pt x="64408" y="983696"/>
                    <a:pt x="43782" y="1000885"/>
                  </a:cubicBezTo>
                  <a:cubicBezTo>
                    <a:pt x="37186" y="1006381"/>
                    <a:pt x="29495" y="1010410"/>
                    <a:pt x="22351" y="1015172"/>
                  </a:cubicBezTo>
                  <a:cubicBezTo>
                    <a:pt x="15207" y="1005647"/>
                    <a:pt x="2165" y="998438"/>
                    <a:pt x="919" y="986597"/>
                  </a:cubicBezTo>
                  <a:cubicBezTo>
                    <a:pt x="-2829" y="950996"/>
                    <a:pt x="5961" y="915177"/>
                    <a:pt x="8063" y="879441"/>
                  </a:cubicBezTo>
                  <a:cubicBezTo>
                    <a:pt x="8343" y="874687"/>
                    <a:pt x="19970" y="879441"/>
                    <a:pt x="22351" y="879441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27" name="Freeform 1026">
              <a:extLst>
                <a:ext uri="{FF2B5EF4-FFF2-40B4-BE49-F238E27FC236}">
                  <a16:creationId xmlns:a16="http://schemas.microsoft.com/office/drawing/2014/main" id="{8029906B-3E98-8F28-D581-6278E8767F0A}"/>
                </a:ext>
              </a:extLst>
            </p:cNvPr>
            <p:cNvSpPr/>
            <p:nvPr/>
          </p:nvSpPr>
          <p:spPr>
            <a:xfrm>
              <a:off x="3891202" y="5600700"/>
              <a:ext cx="919319" cy="728663"/>
            </a:xfrm>
            <a:custGeom>
              <a:avLst/>
              <a:gdLst>
                <a:gd name="csX0" fmla="*/ 2142 w 919319"/>
                <a:gd name="csY0" fmla="*/ 407194 h 728663"/>
                <a:gd name="csX1" fmla="*/ 2142 w 919319"/>
                <a:gd name="csY1" fmla="*/ 407194 h 728663"/>
                <a:gd name="csX2" fmla="*/ 9286 w 919319"/>
                <a:gd name="csY2" fmla="*/ 550069 h 728663"/>
                <a:gd name="csX3" fmla="*/ 16429 w 919319"/>
                <a:gd name="csY3" fmla="*/ 585788 h 728663"/>
                <a:gd name="csX4" fmla="*/ 23573 w 919319"/>
                <a:gd name="csY4" fmla="*/ 700088 h 728663"/>
                <a:gd name="csX5" fmla="*/ 45004 w 919319"/>
                <a:gd name="csY5" fmla="*/ 714375 h 728663"/>
                <a:gd name="csX6" fmla="*/ 87867 w 919319"/>
                <a:gd name="csY6" fmla="*/ 728663 h 728663"/>
                <a:gd name="csX7" fmla="*/ 202167 w 919319"/>
                <a:gd name="csY7" fmla="*/ 721519 h 728663"/>
                <a:gd name="csX8" fmla="*/ 373617 w 919319"/>
                <a:gd name="csY8" fmla="*/ 714375 h 728663"/>
                <a:gd name="csX9" fmla="*/ 395048 w 919319"/>
                <a:gd name="csY9" fmla="*/ 707231 h 728663"/>
                <a:gd name="csX10" fmla="*/ 459342 w 919319"/>
                <a:gd name="csY10" fmla="*/ 692944 h 728663"/>
                <a:gd name="csX11" fmla="*/ 523636 w 919319"/>
                <a:gd name="csY11" fmla="*/ 685800 h 728663"/>
                <a:gd name="csX12" fmla="*/ 566498 w 919319"/>
                <a:gd name="csY12" fmla="*/ 678656 h 728663"/>
                <a:gd name="csX13" fmla="*/ 616504 w 919319"/>
                <a:gd name="csY13" fmla="*/ 671513 h 728663"/>
                <a:gd name="csX14" fmla="*/ 702229 w 919319"/>
                <a:gd name="csY14" fmla="*/ 657225 h 728663"/>
                <a:gd name="csX15" fmla="*/ 887967 w 919319"/>
                <a:gd name="csY15" fmla="*/ 664369 h 728663"/>
                <a:gd name="csX16" fmla="*/ 916542 w 919319"/>
                <a:gd name="csY16" fmla="*/ 657225 h 728663"/>
                <a:gd name="csX17" fmla="*/ 909398 w 919319"/>
                <a:gd name="csY17" fmla="*/ 257175 h 728663"/>
                <a:gd name="csX18" fmla="*/ 895111 w 919319"/>
                <a:gd name="csY18" fmla="*/ 214313 h 728663"/>
                <a:gd name="csX19" fmla="*/ 887967 w 919319"/>
                <a:gd name="csY19" fmla="*/ 164306 h 728663"/>
                <a:gd name="csX20" fmla="*/ 880823 w 919319"/>
                <a:gd name="csY20" fmla="*/ 142875 h 728663"/>
                <a:gd name="csX21" fmla="*/ 895111 w 919319"/>
                <a:gd name="csY21" fmla="*/ 92869 h 728663"/>
                <a:gd name="csX22" fmla="*/ 887967 w 919319"/>
                <a:gd name="csY22" fmla="*/ 57150 h 728663"/>
                <a:gd name="csX23" fmla="*/ 880823 w 919319"/>
                <a:gd name="csY23" fmla="*/ 35719 h 728663"/>
                <a:gd name="csX24" fmla="*/ 809386 w 919319"/>
                <a:gd name="csY24" fmla="*/ 0 h 728663"/>
                <a:gd name="csX25" fmla="*/ 623648 w 919319"/>
                <a:gd name="csY25" fmla="*/ 7144 h 728663"/>
                <a:gd name="csX26" fmla="*/ 566498 w 919319"/>
                <a:gd name="csY26" fmla="*/ 14288 h 728663"/>
                <a:gd name="csX27" fmla="*/ 452198 w 919319"/>
                <a:gd name="csY27" fmla="*/ 21431 h 728663"/>
                <a:gd name="csX28" fmla="*/ 373617 w 919319"/>
                <a:gd name="csY28" fmla="*/ 35719 h 728663"/>
                <a:gd name="csX29" fmla="*/ 316467 w 919319"/>
                <a:gd name="csY29" fmla="*/ 50006 h 728663"/>
                <a:gd name="csX30" fmla="*/ 295036 w 919319"/>
                <a:gd name="csY30" fmla="*/ 64294 h 728663"/>
                <a:gd name="csX31" fmla="*/ 287892 w 919319"/>
                <a:gd name="csY31" fmla="*/ 85725 h 728663"/>
                <a:gd name="csX32" fmla="*/ 280748 w 919319"/>
                <a:gd name="csY32" fmla="*/ 178594 h 728663"/>
                <a:gd name="csX33" fmla="*/ 245029 w 919319"/>
                <a:gd name="csY33" fmla="*/ 214313 h 728663"/>
                <a:gd name="csX34" fmla="*/ 202167 w 919319"/>
                <a:gd name="csY34" fmla="*/ 257175 h 728663"/>
                <a:gd name="csX35" fmla="*/ 173592 w 919319"/>
                <a:gd name="csY35" fmla="*/ 300038 h 728663"/>
                <a:gd name="csX36" fmla="*/ 152161 w 919319"/>
                <a:gd name="csY36" fmla="*/ 314325 h 728663"/>
                <a:gd name="csX37" fmla="*/ 123586 w 919319"/>
                <a:gd name="csY37" fmla="*/ 342900 h 728663"/>
                <a:gd name="csX38" fmla="*/ 95011 w 919319"/>
                <a:gd name="csY38" fmla="*/ 357188 h 728663"/>
                <a:gd name="csX39" fmla="*/ 52148 w 919319"/>
                <a:gd name="csY39" fmla="*/ 378619 h 728663"/>
                <a:gd name="csX40" fmla="*/ 30717 w 919319"/>
                <a:gd name="csY40" fmla="*/ 400050 h 728663"/>
                <a:gd name="csX41" fmla="*/ 2142 w 919319"/>
                <a:gd name="csY41" fmla="*/ 407194 h 728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919319" h="728663">
                  <a:moveTo>
                    <a:pt x="2142" y="407194"/>
                  </a:moveTo>
                  <a:lnTo>
                    <a:pt x="2142" y="407194"/>
                  </a:lnTo>
                  <a:cubicBezTo>
                    <a:pt x="4523" y="454819"/>
                    <a:pt x="5484" y="502536"/>
                    <a:pt x="9286" y="550069"/>
                  </a:cubicBezTo>
                  <a:cubicBezTo>
                    <a:pt x="10254" y="562172"/>
                    <a:pt x="15278" y="573701"/>
                    <a:pt x="16429" y="585788"/>
                  </a:cubicBezTo>
                  <a:cubicBezTo>
                    <a:pt x="20048" y="623790"/>
                    <a:pt x="15292" y="662823"/>
                    <a:pt x="23573" y="700088"/>
                  </a:cubicBezTo>
                  <a:cubicBezTo>
                    <a:pt x="25435" y="708469"/>
                    <a:pt x="37158" y="710888"/>
                    <a:pt x="45004" y="714375"/>
                  </a:cubicBezTo>
                  <a:cubicBezTo>
                    <a:pt x="58767" y="720492"/>
                    <a:pt x="87867" y="728663"/>
                    <a:pt x="87867" y="728663"/>
                  </a:cubicBezTo>
                  <a:lnTo>
                    <a:pt x="202167" y="721519"/>
                  </a:lnTo>
                  <a:cubicBezTo>
                    <a:pt x="259295" y="718662"/>
                    <a:pt x="316574" y="718601"/>
                    <a:pt x="373617" y="714375"/>
                  </a:cubicBezTo>
                  <a:cubicBezTo>
                    <a:pt x="381127" y="713819"/>
                    <a:pt x="387808" y="709300"/>
                    <a:pt x="395048" y="707231"/>
                  </a:cubicBezTo>
                  <a:cubicBezTo>
                    <a:pt x="410640" y="702776"/>
                    <a:pt x="444620" y="695047"/>
                    <a:pt x="459342" y="692944"/>
                  </a:cubicBezTo>
                  <a:cubicBezTo>
                    <a:pt x="480688" y="689894"/>
                    <a:pt x="502262" y="688650"/>
                    <a:pt x="523636" y="685800"/>
                  </a:cubicBezTo>
                  <a:cubicBezTo>
                    <a:pt x="537993" y="683886"/>
                    <a:pt x="552182" y="680858"/>
                    <a:pt x="566498" y="678656"/>
                  </a:cubicBezTo>
                  <a:cubicBezTo>
                    <a:pt x="583140" y="676096"/>
                    <a:pt x="599895" y="674281"/>
                    <a:pt x="616504" y="671513"/>
                  </a:cubicBezTo>
                  <a:cubicBezTo>
                    <a:pt x="741916" y="650612"/>
                    <a:pt x="538718" y="680585"/>
                    <a:pt x="702229" y="657225"/>
                  </a:cubicBezTo>
                  <a:cubicBezTo>
                    <a:pt x="764142" y="659606"/>
                    <a:pt x="826009" y="664369"/>
                    <a:pt x="887967" y="664369"/>
                  </a:cubicBezTo>
                  <a:cubicBezTo>
                    <a:pt x="897785" y="664369"/>
                    <a:pt x="916026" y="667030"/>
                    <a:pt x="916542" y="657225"/>
                  </a:cubicBezTo>
                  <a:cubicBezTo>
                    <a:pt x="923552" y="524038"/>
                    <a:pt x="915844" y="390390"/>
                    <a:pt x="909398" y="257175"/>
                  </a:cubicBezTo>
                  <a:cubicBezTo>
                    <a:pt x="908670" y="242132"/>
                    <a:pt x="895111" y="214313"/>
                    <a:pt x="895111" y="214313"/>
                  </a:cubicBezTo>
                  <a:cubicBezTo>
                    <a:pt x="892730" y="197644"/>
                    <a:pt x="891269" y="180817"/>
                    <a:pt x="887967" y="164306"/>
                  </a:cubicBezTo>
                  <a:cubicBezTo>
                    <a:pt x="886490" y="156922"/>
                    <a:pt x="880823" y="150405"/>
                    <a:pt x="880823" y="142875"/>
                  </a:cubicBezTo>
                  <a:cubicBezTo>
                    <a:pt x="880823" y="133905"/>
                    <a:pt x="891742" y="102976"/>
                    <a:pt x="895111" y="92869"/>
                  </a:cubicBezTo>
                  <a:cubicBezTo>
                    <a:pt x="892730" y="80963"/>
                    <a:pt x="890912" y="68930"/>
                    <a:pt x="887967" y="57150"/>
                  </a:cubicBezTo>
                  <a:cubicBezTo>
                    <a:pt x="886141" y="49845"/>
                    <a:pt x="886148" y="41044"/>
                    <a:pt x="880823" y="35719"/>
                  </a:cubicBezTo>
                  <a:cubicBezTo>
                    <a:pt x="852472" y="7368"/>
                    <a:pt x="841652" y="8067"/>
                    <a:pt x="809386" y="0"/>
                  </a:cubicBezTo>
                  <a:cubicBezTo>
                    <a:pt x="747473" y="2381"/>
                    <a:pt x="685500" y="3506"/>
                    <a:pt x="623648" y="7144"/>
                  </a:cubicBezTo>
                  <a:cubicBezTo>
                    <a:pt x="604483" y="8271"/>
                    <a:pt x="585630" y="12694"/>
                    <a:pt x="566498" y="14288"/>
                  </a:cubicBezTo>
                  <a:cubicBezTo>
                    <a:pt x="528456" y="17458"/>
                    <a:pt x="490298" y="19050"/>
                    <a:pt x="452198" y="21431"/>
                  </a:cubicBezTo>
                  <a:cubicBezTo>
                    <a:pt x="367501" y="42606"/>
                    <a:pt x="501577" y="10127"/>
                    <a:pt x="373617" y="35719"/>
                  </a:cubicBezTo>
                  <a:cubicBezTo>
                    <a:pt x="354362" y="39570"/>
                    <a:pt x="316467" y="50006"/>
                    <a:pt x="316467" y="50006"/>
                  </a:cubicBezTo>
                  <a:cubicBezTo>
                    <a:pt x="309323" y="54769"/>
                    <a:pt x="300399" y="57590"/>
                    <a:pt x="295036" y="64294"/>
                  </a:cubicBezTo>
                  <a:cubicBezTo>
                    <a:pt x="290332" y="70174"/>
                    <a:pt x="288826" y="78253"/>
                    <a:pt x="287892" y="85725"/>
                  </a:cubicBezTo>
                  <a:cubicBezTo>
                    <a:pt x="284041" y="116533"/>
                    <a:pt x="286470" y="148078"/>
                    <a:pt x="280748" y="178594"/>
                  </a:cubicBezTo>
                  <a:cubicBezTo>
                    <a:pt x="276700" y="200184"/>
                    <a:pt x="258602" y="202248"/>
                    <a:pt x="245029" y="214313"/>
                  </a:cubicBezTo>
                  <a:cubicBezTo>
                    <a:pt x="229927" y="227737"/>
                    <a:pt x="213375" y="240363"/>
                    <a:pt x="202167" y="257175"/>
                  </a:cubicBezTo>
                  <a:cubicBezTo>
                    <a:pt x="192642" y="271463"/>
                    <a:pt x="187880" y="290513"/>
                    <a:pt x="173592" y="300038"/>
                  </a:cubicBezTo>
                  <a:cubicBezTo>
                    <a:pt x="166448" y="304800"/>
                    <a:pt x="158680" y="308738"/>
                    <a:pt x="152161" y="314325"/>
                  </a:cubicBezTo>
                  <a:cubicBezTo>
                    <a:pt x="141933" y="323091"/>
                    <a:pt x="134362" y="334818"/>
                    <a:pt x="123586" y="342900"/>
                  </a:cubicBezTo>
                  <a:cubicBezTo>
                    <a:pt x="115067" y="349290"/>
                    <a:pt x="104257" y="351905"/>
                    <a:pt x="95011" y="357188"/>
                  </a:cubicBezTo>
                  <a:cubicBezTo>
                    <a:pt x="56238" y="379344"/>
                    <a:pt x="91438" y="365522"/>
                    <a:pt x="52148" y="378619"/>
                  </a:cubicBezTo>
                  <a:cubicBezTo>
                    <a:pt x="45004" y="385763"/>
                    <a:pt x="38478" y="393582"/>
                    <a:pt x="30717" y="400050"/>
                  </a:cubicBezTo>
                  <a:cubicBezTo>
                    <a:pt x="-17769" y="440456"/>
                    <a:pt x="6904" y="406003"/>
                    <a:pt x="2142" y="407194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28" name="Freeform 1027">
              <a:extLst>
                <a:ext uri="{FF2B5EF4-FFF2-40B4-BE49-F238E27FC236}">
                  <a16:creationId xmlns:a16="http://schemas.microsoft.com/office/drawing/2014/main" id="{9B29EB67-DD00-2739-EA14-8FC40EC28829}"/>
                </a:ext>
              </a:extLst>
            </p:cNvPr>
            <p:cNvSpPr/>
            <p:nvPr/>
          </p:nvSpPr>
          <p:spPr>
            <a:xfrm>
              <a:off x="4214278" y="4964906"/>
              <a:ext cx="642739" cy="651293"/>
            </a:xfrm>
            <a:custGeom>
              <a:avLst/>
              <a:gdLst>
                <a:gd name="csX0" fmla="*/ 535 w 642739"/>
                <a:gd name="csY0" fmla="*/ 621507 h 651293"/>
                <a:gd name="csX1" fmla="*/ 535 w 642739"/>
                <a:gd name="csY1" fmla="*/ 621507 h 651293"/>
                <a:gd name="csX2" fmla="*/ 14822 w 642739"/>
                <a:gd name="csY2" fmla="*/ 471488 h 651293"/>
                <a:gd name="csX3" fmla="*/ 50541 w 642739"/>
                <a:gd name="csY3" fmla="*/ 428625 h 651293"/>
                <a:gd name="csX4" fmla="*/ 86260 w 642739"/>
                <a:gd name="csY4" fmla="*/ 421482 h 651293"/>
                <a:gd name="csX5" fmla="*/ 164841 w 642739"/>
                <a:gd name="csY5" fmla="*/ 407194 h 651293"/>
                <a:gd name="csX6" fmla="*/ 207703 w 642739"/>
                <a:gd name="csY6" fmla="*/ 392907 h 651293"/>
                <a:gd name="csX7" fmla="*/ 250566 w 642739"/>
                <a:gd name="csY7" fmla="*/ 378619 h 651293"/>
                <a:gd name="csX8" fmla="*/ 271997 w 642739"/>
                <a:gd name="csY8" fmla="*/ 371475 h 651293"/>
                <a:gd name="csX9" fmla="*/ 336291 w 642739"/>
                <a:gd name="csY9" fmla="*/ 357188 h 651293"/>
                <a:gd name="csX10" fmla="*/ 357722 w 642739"/>
                <a:gd name="csY10" fmla="*/ 350044 h 651293"/>
                <a:gd name="csX11" fmla="*/ 379153 w 642739"/>
                <a:gd name="csY11" fmla="*/ 300038 h 651293"/>
                <a:gd name="csX12" fmla="*/ 400585 w 642739"/>
                <a:gd name="csY12" fmla="*/ 85725 h 651293"/>
                <a:gd name="csX13" fmla="*/ 422016 w 642739"/>
                <a:gd name="csY13" fmla="*/ 71438 h 651293"/>
                <a:gd name="csX14" fmla="*/ 429160 w 642739"/>
                <a:gd name="csY14" fmla="*/ 50007 h 651293"/>
                <a:gd name="csX15" fmla="*/ 436303 w 642739"/>
                <a:gd name="csY15" fmla="*/ 21432 h 651293"/>
                <a:gd name="csX16" fmla="*/ 486310 w 642739"/>
                <a:gd name="csY16" fmla="*/ 0 h 651293"/>
                <a:gd name="csX17" fmla="*/ 593466 w 642739"/>
                <a:gd name="csY17" fmla="*/ 7144 h 651293"/>
                <a:gd name="csX18" fmla="*/ 614897 w 642739"/>
                <a:gd name="csY18" fmla="*/ 14288 h 651293"/>
                <a:gd name="csX19" fmla="*/ 629185 w 642739"/>
                <a:gd name="csY19" fmla="*/ 35719 h 651293"/>
                <a:gd name="csX20" fmla="*/ 629185 w 642739"/>
                <a:gd name="csY20" fmla="*/ 271463 h 651293"/>
                <a:gd name="csX21" fmla="*/ 622041 w 642739"/>
                <a:gd name="csY21" fmla="*/ 300038 h 651293"/>
                <a:gd name="csX22" fmla="*/ 607753 w 642739"/>
                <a:gd name="csY22" fmla="*/ 364332 h 651293"/>
                <a:gd name="csX23" fmla="*/ 586322 w 642739"/>
                <a:gd name="csY23" fmla="*/ 428625 h 651293"/>
                <a:gd name="csX24" fmla="*/ 579178 w 642739"/>
                <a:gd name="csY24" fmla="*/ 450057 h 651293"/>
                <a:gd name="csX25" fmla="*/ 572035 w 642739"/>
                <a:gd name="csY25" fmla="*/ 478632 h 651293"/>
                <a:gd name="csX26" fmla="*/ 564891 w 642739"/>
                <a:gd name="csY26" fmla="*/ 514350 h 651293"/>
                <a:gd name="csX27" fmla="*/ 557747 w 642739"/>
                <a:gd name="csY27" fmla="*/ 535782 h 651293"/>
                <a:gd name="csX28" fmla="*/ 464878 w 642739"/>
                <a:gd name="csY28" fmla="*/ 578644 h 651293"/>
                <a:gd name="csX29" fmla="*/ 393441 w 642739"/>
                <a:gd name="csY29" fmla="*/ 592932 h 651293"/>
                <a:gd name="csX30" fmla="*/ 364866 w 642739"/>
                <a:gd name="csY30" fmla="*/ 600075 h 651293"/>
                <a:gd name="csX31" fmla="*/ 314860 w 642739"/>
                <a:gd name="csY31" fmla="*/ 614363 h 651293"/>
                <a:gd name="csX32" fmla="*/ 186272 w 642739"/>
                <a:gd name="csY32" fmla="*/ 621507 h 651293"/>
                <a:gd name="csX33" fmla="*/ 100547 w 642739"/>
                <a:gd name="csY33" fmla="*/ 635794 h 651293"/>
                <a:gd name="csX34" fmla="*/ 71972 w 642739"/>
                <a:gd name="csY34" fmla="*/ 642938 h 651293"/>
                <a:gd name="csX35" fmla="*/ 29110 w 642739"/>
                <a:gd name="csY35" fmla="*/ 650082 h 651293"/>
                <a:gd name="csX36" fmla="*/ 535 w 642739"/>
                <a:gd name="csY36" fmla="*/ 621507 h 6512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642739" h="651293">
                  <a:moveTo>
                    <a:pt x="535" y="621507"/>
                  </a:moveTo>
                  <a:lnTo>
                    <a:pt x="535" y="621507"/>
                  </a:lnTo>
                  <a:cubicBezTo>
                    <a:pt x="714" y="618279"/>
                    <a:pt x="-4603" y="510336"/>
                    <a:pt x="14822" y="471488"/>
                  </a:cubicBezTo>
                  <a:cubicBezTo>
                    <a:pt x="20292" y="460549"/>
                    <a:pt x="40010" y="433890"/>
                    <a:pt x="50541" y="428625"/>
                  </a:cubicBezTo>
                  <a:cubicBezTo>
                    <a:pt x="61401" y="423195"/>
                    <a:pt x="74314" y="423654"/>
                    <a:pt x="86260" y="421482"/>
                  </a:cubicBezTo>
                  <a:cubicBezTo>
                    <a:pt x="102595" y="418512"/>
                    <a:pt x="147196" y="412006"/>
                    <a:pt x="164841" y="407194"/>
                  </a:cubicBezTo>
                  <a:cubicBezTo>
                    <a:pt x="179370" y="403231"/>
                    <a:pt x="193416" y="397669"/>
                    <a:pt x="207703" y="392907"/>
                  </a:cubicBezTo>
                  <a:lnTo>
                    <a:pt x="250566" y="378619"/>
                  </a:lnTo>
                  <a:cubicBezTo>
                    <a:pt x="257710" y="376238"/>
                    <a:pt x="264613" y="372952"/>
                    <a:pt x="271997" y="371475"/>
                  </a:cubicBezTo>
                  <a:cubicBezTo>
                    <a:pt x="296556" y="366564"/>
                    <a:pt x="312745" y="363916"/>
                    <a:pt x="336291" y="357188"/>
                  </a:cubicBezTo>
                  <a:cubicBezTo>
                    <a:pt x="343531" y="355119"/>
                    <a:pt x="350578" y="352425"/>
                    <a:pt x="357722" y="350044"/>
                  </a:cubicBezTo>
                  <a:cubicBezTo>
                    <a:pt x="370830" y="330383"/>
                    <a:pt x="377505" y="325577"/>
                    <a:pt x="379153" y="300038"/>
                  </a:cubicBezTo>
                  <a:cubicBezTo>
                    <a:pt x="379619" y="292816"/>
                    <a:pt x="351542" y="134768"/>
                    <a:pt x="400585" y="85725"/>
                  </a:cubicBezTo>
                  <a:cubicBezTo>
                    <a:pt x="406656" y="79654"/>
                    <a:pt x="414872" y="76200"/>
                    <a:pt x="422016" y="71438"/>
                  </a:cubicBezTo>
                  <a:cubicBezTo>
                    <a:pt x="424397" y="64294"/>
                    <a:pt x="427091" y="57247"/>
                    <a:pt x="429160" y="50007"/>
                  </a:cubicBezTo>
                  <a:cubicBezTo>
                    <a:pt x="431857" y="40567"/>
                    <a:pt x="430857" y="29601"/>
                    <a:pt x="436303" y="21432"/>
                  </a:cubicBezTo>
                  <a:cubicBezTo>
                    <a:pt x="446170" y="6632"/>
                    <a:pt x="471972" y="3585"/>
                    <a:pt x="486310" y="0"/>
                  </a:cubicBezTo>
                  <a:cubicBezTo>
                    <a:pt x="522029" y="2381"/>
                    <a:pt x="557887" y="3191"/>
                    <a:pt x="593466" y="7144"/>
                  </a:cubicBezTo>
                  <a:cubicBezTo>
                    <a:pt x="600950" y="7976"/>
                    <a:pt x="609017" y="9584"/>
                    <a:pt x="614897" y="14288"/>
                  </a:cubicBezTo>
                  <a:cubicBezTo>
                    <a:pt x="621601" y="19651"/>
                    <a:pt x="624422" y="28575"/>
                    <a:pt x="629185" y="35719"/>
                  </a:cubicBezTo>
                  <a:cubicBezTo>
                    <a:pt x="652437" y="128735"/>
                    <a:pt x="641229" y="72734"/>
                    <a:pt x="629185" y="271463"/>
                  </a:cubicBezTo>
                  <a:cubicBezTo>
                    <a:pt x="628591" y="281263"/>
                    <a:pt x="624171" y="290454"/>
                    <a:pt x="622041" y="300038"/>
                  </a:cubicBezTo>
                  <a:cubicBezTo>
                    <a:pt x="616213" y="326263"/>
                    <a:pt x="615221" y="339439"/>
                    <a:pt x="607753" y="364332"/>
                  </a:cubicBezTo>
                  <a:cubicBezTo>
                    <a:pt x="607741" y="364372"/>
                    <a:pt x="589900" y="417890"/>
                    <a:pt x="586322" y="428625"/>
                  </a:cubicBezTo>
                  <a:cubicBezTo>
                    <a:pt x="583941" y="435769"/>
                    <a:pt x="581004" y="442751"/>
                    <a:pt x="579178" y="450057"/>
                  </a:cubicBezTo>
                  <a:cubicBezTo>
                    <a:pt x="576797" y="459582"/>
                    <a:pt x="574165" y="469048"/>
                    <a:pt x="572035" y="478632"/>
                  </a:cubicBezTo>
                  <a:cubicBezTo>
                    <a:pt x="569401" y="490485"/>
                    <a:pt x="567836" y="502571"/>
                    <a:pt x="564891" y="514350"/>
                  </a:cubicBezTo>
                  <a:cubicBezTo>
                    <a:pt x="563065" y="521656"/>
                    <a:pt x="563691" y="531159"/>
                    <a:pt x="557747" y="535782"/>
                  </a:cubicBezTo>
                  <a:cubicBezTo>
                    <a:pt x="550462" y="541448"/>
                    <a:pt x="483444" y="573693"/>
                    <a:pt x="464878" y="578644"/>
                  </a:cubicBezTo>
                  <a:cubicBezTo>
                    <a:pt x="441414" y="584901"/>
                    <a:pt x="417000" y="587043"/>
                    <a:pt x="393441" y="592932"/>
                  </a:cubicBezTo>
                  <a:cubicBezTo>
                    <a:pt x="383916" y="595313"/>
                    <a:pt x="374306" y="597378"/>
                    <a:pt x="364866" y="600075"/>
                  </a:cubicBezTo>
                  <a:cubicBezTo>
                    <a:pt x="349077" y="604586"/>
                    <a:pt x="331240" y="612874"/>
                    <a:pt x="314860" y="614363"/>
                  </a:cubicBezTo>
                  <a:cubicBezTo>
                    <a:pt x="272108" y="618250"/>
                    <a:pt x="229135" y="619126"/>
                    <a:pt x="186272" y="621507"/>
                  </a:cubicBezTo>
                  <a:cubicBezTo>
                    <a:pt x="157697" y="626269"/>
                    <a:pt x="128651" y="628768"/>
                    <a:pt x="100547" y="635794"/>
                  </a:cubicBezTo>
                  <a:cubicBezTo>
                    <a:pt x="91022" y="638175"/>
                    <a:pt x="81599" y="641012"/>
                    <a:pt x="71972" y="642938"/>
                  </a:cubicBezTo>
                  <a:cubicBezTo>
                    <a:pt x="57769" y="645779"/>
                    <a:pt x="43313" y="647241"/>
                    <a:pt x="29110" y="650082"/>
                  </a:cubicBezTo>
                  <a:cubicBezTo>
                    <a:pt x="-9494" y="657803"/>
                    <a:pt x="5297" y="626269"/>
                    <a:pt x="535" y="621507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4846B66C-A411-5F5F-4CF0-653FC4ED1F69}"/>
              </a:ext>
            </a:extLst>
          </p:cNvPr>
          <p:cNvGrpSpPr/>
          <p:nvPr/>
        </p:nvGrpSpPr>
        <p:grpSpPr>
          <a:xfrm>
            <a:off x="5456999" y="2259286"/>
            <a:ext cx="2512142" cy="2290917"/>
            <a:chOff x="7800457" y="2156823"/>
            <a:chExt cx="2512142" cy="2290917"/>
          </a:xfrm>
        </p:grpSpPr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36041DF7-AF77-8AFD-399E-DA861B1239AA}"/>
                </a:ext>
              </a:extLst>
            </p:cNvPr>
            <p:cNvGrpSpPr/>
            <p:nvPr/>
          </p:nvGrpSpPr>
          <p:grpSpPr>
            <a:xfrm>
              <a:off x="7800457" y="2156823"/>
              <a:ext cx="2512142" cy="2290917"/>
              <a:chOff x="5397910" y="471948"/>
              <a:chExt cx="2512142" cy="2290917"/>
            </a:xfrm>
          </p:grpSpPr>
          <p:cxnSp>
            <p:nvCxnSpPr>
              <p:cNvPr id="1032" name="Straight Connector 1031">
                <a:extLst>
                  <a:ext uri="{FF2B5EF4-FFF2-40B4-BE49-F238E27FC236}">
                    <a16:creationId xmlns:a16="http://schemas.microsoft.com/office/drawing/2014/main" id="{A22D725E-549E-A96C-40CC-83857262618F}"/>
                  </a:ext>
                </a:extLst>
              </p:cNvPr>
              <p:cNvCxnSpPr/>
              <p:nvPr/>
            </p:nvCxnSpPr>
            <p:spPr>
              <a:xfrm>
                <a:off x="5397910" y="471948"/>
                <a:ext cx="0" cy="2290917"/>
              </a:xfrm>
              <a:prstGeom prst="line">
                <a:avLst/>
              </a:prstGeom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3" name="Straight Connector 1032">
                <a:extLst>
                  <a:ext uri="{FF2B5EF4-FFF2-40B4-BE49-F238E27FC236}">
                    <a16:creationId xmlns:a16="http://schemas.microsoft.com/office/drawing/2014/main" id="{C4485D5B-7313-B236-BE26-DF5440F236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97910" y="2762865"/>
                <a:ext cx="2512142" cy="0"/>
              </a:xfrm>
              <a:prstGeom prst="line">
                <a:avLst/>
              </a:prstGeom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4" name="Straight Connector 1033">
                <a:extLst>
                  <a:ext uri="{FF2B5EF4-FFF2-40B4-BE49-F238E27FC236}">
                    <a16:creationId xmlns:a16="http://schemas.microsoft.com/office/drawing/2014/main" id="{DE72DCBC-38B6-7854-2809-EA3401B0E832}"/>
                  </a:ext>
                </a:extLst>
              </p:cNvPr>
              <p:cNvCxnSpPr/>
              <p:nvPr/>
            </p:nvCxnSpPr>
            <p:spPr>
              <a:xfrm>
                <a:off x="5397910" y="1753289"/>
                <a:ext cx="2438400" cy="0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DE9C6FDC-1775-CBD5-67D3-4D0E2C6CA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7087" y="2772161"/>
              <a:ext cx="589359" cy="656839"/>
            </a:xfrm>
            <a:prstGeom prst="line">
              <a:avLst/>
            </a:prstGeom>
            <a:ln w="38100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Arrow Connector 1035">
              <a:extLst>
                <a:ext uri="{FF2B5EF4-FFF2-40B4-BE49-F238E27FC236}">
                  <a16:creationId xmlns:a16="http://schemas.microsoft.com/office/drawing/2014/main" id="{1D0A00F7-96F8-0DF1-500E-0FA58EFDDBF5}"/>
                </a:ext>
              </a:extLst>
            </p:cNvPr>
            <p:cNvCxnSpPr>
              <a:cxnSpLocks/>
            </p:cNvCxnSpPr>
            <p:nvPr/>
          </p:nvCxnSpPr>
          <p:spPr>
            <a:xfrm>
              <a:off x="8393383" y="2772161"/>
              <a:ext cx="1849040" cy="0"/>
            </a:xfrm>
            <a:prstGeom prst="straightConnector1">
              <a:avLst/>
            </a:prstGeom>
            <a:ln w="38100"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7CD602E3-D973-35EC-AFAD-E1353E2E9D88}"/>
                </a:ext>
              </a:extLst>
            </p:cNvPr>
            <p:cNvCxnSpPr>
              <a:cxnSpLocks/>
            </p:cNvCxnSpPr>
            <p:nvPr/>
          </p:nvCxnSpPr>
          <p:spPr>
            <a:xfrm>
              <a:off x="7817087" y="3438164"/>
              <a:ext cx="519958" cy="140198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Arrow Connector 1037">
              <a:extLst>
                <a:ext uri="{FF2B5EF4-FFF2-40B4-BE49-F238E27FC236}">
                  <a16:creationId xmlns:a16="http://schemas.microsoft.com/office/drawing/2014/main" id="{43924D79-F794-9792-629A-A0A560ED5FC9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45" y="3576206"/>
              <a:ext cx="1905378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6" name="TextBox 1045">
            <a:extLst>
              <a:ext uri="{FF2B5EF4-FFF2-40B4-BE49-F238E27FC236}">
                <a16:creationId xmlns:a16="http://schemas.microsoft.com/office/drawing/2014/main" id="{C7530167-7AA6-C4CB-0837-AD15F42F3A4C}"/>
              </a:ext>
            </a:extLst>
          </p:cNvPr>
          <p:cNvSpPr txBox="1"/>
          <p:nvPr/>
        </p:nvSpPr>
        <p:spPr>
          <a:xfrm>
            <a:off x="100630" y="1293431"/>
            <a:ext cx="2975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*Assumes BAU scenario will 100% harvest over 25 years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EB5F26DB-EEDE-C169-40D8-F1F34C5D430C}"/>
              </a:ext>
            </a:extLst>
          </p:cNvPr>
          <p:cNvSpPr txBox="1"/>
          <p:nvPr/>
        </p:nvSpPr>
        <p:spPr>
          <a:xfrm>
            <a:off x="4698406" y="1159363"/>
            <a:ext cx="4017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*Assumes only some parcels in combined BAU scenario will harvest over 25 years</a:t>
            </a: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C47F7AD9-F26F-3198-695A-C1240A8D0D69}"/>
              </a:ext>
            </a:extLst>
          </p:cNvPr>
          <p:cNvSpPr/>
          <p:nvPr/>
        </p:nvSpPr>
        <p:spPr>
          <a:xfrm>
            <a:off x="15710089" y="267906"/>
            <a:ext cx="2175640" cy="778623"/>
          </a:xfrm>
          <a:prstGeom prst="rect">
            <a:avLst/>
          </a:prstGeom>
          <a:solidFill>
            <a:srgbClr val="4E8542">
              <a:lumMod val="7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84">
              <a:defRPr/>
            </a:pPr>
            <a:r>
              <a:rPr lang="en-US" kern="0" dirty="0">
                <a:solidFill>
                  <a:prstClr val="white"/>
                </a:solidFill>
                <a:latin typeface="Aptos" panose="02110004020202020204"/>
              </a:rPr>
              <a:t>Measured Blended, Dynamic BAU</a:t>
            </a: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D8C1AC3A-BCF9-5FB4-B600-F9D2F234E5C8}"/>
              </a:ext>
            </a:extLst>
          </p:cNvPr>
          <p:cNvSpPr/>
          <p:nvPr/>
        </p:nvSpPr>
        <p:spPr>
          <a:xfrm>
            <a:off x="10887468" y="276004"/>
            <a:ext cx="2175640" cy="778623"/>
          </a:xfrm>
          <a:prstGeom prst="rect">
            <a:avLst/>
          </a:prstGeom>
          <a:solidFill>
            <a:srgbClr val="1B587C">
              <a:lumMod val="60000"/>
              <a:lumOff val="4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84">
              <a:defRPr/>
            </a:pPr>
            <a:r>
              <a:rPr lang="en-US" kern="0" dirty="0">
                <a:solidFill>
                  <a:prstClr val="white"/>
                </a:solidFill>
                <a:latin typeface="Aptos" panose="02110004020202020204"/>
              </a:rPr>
              <a:t>Blended Model, Dynamic BAU</a:t>
            </a:r>
          </a:p>
        </p:txBody>
      </p: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BA555898-C3C1-49F9-08A0-27C00C220552}"/>
              </a:ext>
            </a:extLst>
          </p:cNvPr>
          <p:cNvGrpSpPr/>
          <p:nvPr/>
        </p:nvGrpSpPr>
        <p:grpSpPr>
          <a:xfrm>
            <a:off x="10318860" y="5064105"/>
            <a:ext cx="2821070" cy="1386292"/>
            <a:chOff x="1243013" y="4911732"/>
            <a:chExt cx="3617325" cy="1513737"/>
          </a:xfrm>
        </p:grpSpPr>
        <p:pic>
          <p:nvPicPr>
            <p:cNvPr id="1061" name="Picture 1060" descr="A aerial view of a river&#10;&#10;AI-generated content may be incorrect.">
              <a:extLst>
                <a:ext uri="{FF2B5EF4-FFF2-40B4-BE49-F238E27FC236}">
                  <a16:creationId xmlns:a16="http://schemas.microsoft.com/office/drawing/2014/main" id="{60CB716F-04F1-95BE-3E0B-3E38D4DFB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7000"/>
            </a:blip>
            <a:stretch>
              <a:fillRect/>
            </a:stretch>
          </p:blipFill>
          <p:spPr>
            <a:xfrm>
              <a:off x="1258062" y="4911732"/>
              <a:ext cx="3602276" cy="1495860"/>
            </a:xfrm>
            <a:prstGeom prst="rect">
              <a:avLst/>
            </a:prstGeom>
          </p:spPr>
        </p:pic>
        <p:sp>
          <p:nvSpPr>
            <p:cNvPr id="1062" name="Freeform 1061">
              <a:extLst>
                <a:ext uri="{FF2B5EF4-FFF2-40B4-BE49-F238E27FC236}">
                  <a16:creationId xmlns:a16="http://schemas.microsoft.com/office/drawing/2014/main" id="{E4BDC941-75EE-BB43-52B3-01E7E95EA179}"/>
                </a:ext>
              </a:extLst>
            </p:cNvPr>
            <p:cNvSpPr/>
            <p:nvPr/>
          </p:nvSpPr>
          <p:spPr>
            <a:xfrm>
              <a:off x="1243013" y="4922044"/>
              <a:ext cx="878681" cy="678656"/>
            </a:xfrm>
            <a:custGeom>
              <a:avLst/>
              <a:gdLst>
                <a:gd name="csX0" fmla="*/ 42862 w 878681"/>
                <a:gd name="csY0" fmla="*/ 585787 h 678656"/>
                <a:gd name="csX1" fmla="*/ 42862 w 878681"/>
                <a:gd name="csY1" fmla="*/ 585787 h 678656"/>
                <a:gd name="csX2" fmla="*/ 121443 w 878681"/>
                <a:gd name="csY2" fmla="*/ 592931 h 678656"/>
                <a:gd name="csX3" fmla="*/ 235743 w 878681"/>
                <a:gd name="csY3" fmla="*/ 614362 h 678656"/>
                <a:gd name="csX4" fmla="*/ 264318 w 878681"/>
                <a:gd name="csY4" fmla="*/ 628650 h 678656"/>
                <a:gd name="csX5" fmla="*/ 292893 w 878681"/>
                <a:gd name="csY5" fmla="*/ 635794 h 678656"/>
                <a:gd name="csX6" fmla="*/ 335756 w 878681"/>
                <a:gd name="csY6" fmla="*/ 650081 h 678656"/>
                <a:gd name="csX7" fmla="*/ 385762 w 878681"/>
                <a:gd name="csY7" fmla="*/ 664369 h 678656"/>
                <a:gd name="csX8" fmla="*/ 500062 w 878681"/>
                <a:gd name="csY8" fmla="*/ 671512 h 678656"/>
                <a:gd name="csX9" fmla="*/ 578643 w 878681"/>
                <a:gd name="csY9" fmla="*/ 678656 h 678656"/>
                <a:gd name="csX10" fmla="*/ 664368 w 878681"/>
                <a:gd name="csY10" fmla="*/ 671512 h 678656"/>
                <a:gd name="csX11" fmla="*/ 678656 w 878681"/>
                <a:gd name="csY11" fmla="*/ 642937 h 678656"/>
                <a:gd name="csX12" fmla="*/ 685800 w 878681"/>
                <a:gd name="csY12" fmla="*/ 492919 h 678656"/>
                <a:gd name="csX13" fmla="*/ 700087 w 878681"/>
                <a:gd name="csY13" fmla="*/ 435769 h 678656"/>
                <a:gd name="csX14" fmla="*/ 721518 w 878681"/>
                <a:gd name="csY14" fmla="*/ 364331 h 678656"/>
                <a:gd name="csX15" fmla="*/ 764381 w 878681"/>
                <a:gd name="csY15" fmla="*/ 300037 h 678656"/>
                <a:gd name="csX16" fmla="*/ 778668 w 878681"/>
                <a:gd name="csY16" fmla="*/ 278606 h 678656"/>
                <a:gd name="csX17" fmla="*/ 800100 w 878681"/>
                <a:gd name="csY17" fmla="*/ 235744 h 678656"/>
                <a:gd name="csX18" fmla="*/ 821531 w 878681"/>
                <a:gd name="csY18" fmla="*/ 157162 h 678656"/>
                <a:gd name="csX19" fmla="*/ 828675 w 878681"/>
                <a:gd name="csY19" fmla="*/ 135731 h 678656"/>
                <a:gd name="csX20" fmla="*/ 835818 w 878681"/>
                <a:gd name="csY20" fmla="*/ 100012 h 678656"/>
                <a:gd name="csX21" fmla="*/ 864393 w 878681"/>
                <a:gd name="csY21" fmla="*/ 50006 h 678656"/>
                <a:gd name="csX22" fmla="*/ 871537 w 878681"/>
                <a:gd name="csY22" fmla="*/ 28575 h 678656"/>
                <a:gd name="csX23" fmla="*/ 878681 w 878681"/>
                <a:gd name="csY23" fmla="*/ 14287 h 678656"/>
                <a:gd name="csX24" fmla="*/ 0 w 878681"/>
                <a:gd name="csY24" fmla="*/ 0 h 678656"/>
                <a:gd name="csX25" fmla="*/ 42862 w 878681"/>
                <a:gd name="csY25" fmla="*/ 585787 h 678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878681" h="678656">
                  <a:moveTo>
                    <a:pt x="42862" y="585787"/>
                  </a:moveTo>
                  <a:lnTo>
                    <a:pt x="42862" y="585787"/>
                  </a:lnTo>
                  <a:cubicBezTo>
                    <a:pt x="69056" y="588168"/>
                    <a:pt x="95425" y="589077"/>
                    <a:pt x="121443" y="592931"/>
                  </a:cubicBezTo>
                  <a:cubicBezTo>
                    <a:pt x="159788" y="598612"/>
                    <a:pt x="235743" y="614362"/>
                    <a:pt x="235743" y="614362"/>
                  </a:cubicBezTo>
                  <a:cubicBezTo>
                    <a:pt x="245268" y="619125"/>
                    <a:pt x="254347" y="624911"/>
                    <a:pt x="264318" y="628650"/>
                  </a:cubicBezTo>
                  <a:cubicBezTo>
                    <a:pt x="273511" y="632097"/>
                    <a:pt x="283489" y="632973"/>
                    <a:pt x="292893" y="635794"/>
                  </a:cubicBezTo>
                  <a:cubicBezTo>
                    <a:pt x="307318" y="640122"/>
                    <a:pt x="321468" y="645319"/>
                    <a:pt x="335756" y="650081"/>
                  </a:cubicBezTo>
                  <a:cubicBezTo>
                    <a:pt x="348812" y="654433"/>
                    <a:pt x="372946" y="663087"/>
                    <a:pt x="385762" y="664369"/>
                  </a:cubicBezTo>
                  <a:cubicBezTo>
                    <a:pt x="423747" y="668167"/>
                    <a:pt x="461992" y="668692"/>
                    <a:pt x="500062" y="671512"/>
                  </a:cubicBezTo>
                  <a:cubicBezTo>
                    <a:pt x="526292" y="673455"/>
                    <a:pt x="552449" y="676275"/>
                    <a:pt x="578643" y="678656"/>
                  </a:cubicBezTo>
                  <a:cubicBezTo>
                    <a:pt x="607218" y="676275"/>
                    <a:pt x="637364" y="681156"/>
                    <a:pt x="664368" y="671512"/>
                  </a:cubicBezTo>
                  <a:cubicBezTo>
                    <a:pt x="674397" y="667930"/>
                    <a:pt x="677387" y="653510"/>
                    <a:pt x="678656" y="642937"/>
                  </a:cubicBezTo>
                  <a:cubicBezTo>
                    <a:pt x="684621" y="593231"/>
                    <a:pt x="680649" y="542716"/>
                    <a:pt x="685800" y="492919"/>
                  </a:cubicBezTo>
                  <a:cubicBezTo>
                    <a:pt x="687821" y="473387"/>
                    <a:pt x="695325" y="454819"/>
                    <a:pt x="700087" y="435769"/>
                  </a:cubicBezTo>
                  <a:cubicBezTo>
                    <a:pt x="704080" y="419798"/>
                    <a:pt x="714563" y="374763"/>
                    <a:pt x="721518" y="364331"/>
                  </a:cubicBezTo>
                  <a:lnTo>
                    <a:pt x="764381" y="300037"/>
                  </a:lnTo>
                  <a:cubicBezTo>
                    <a:pt x="769143" y="292893"/>
                    <a:pt x="775953" y="286751"/>
                    <a:pt x="778668" y="278606"/>
                  </a:cubicBezTo>
                  <a:cubicBezTo>
                    <a:pt x="788527" y="249030"/>
                    <a:pt x="781635" y="263440"/>
                    <a:pt x="800100" y="235744"/>
                  </a:cubicBezTo>
                  <a:cubicBezTo>
                    <a:pt x="830755" y="143776"/>
                    <a:pt x="801333" y="237952"/>
                    <a:pt x="821531" y="157162"/>
                  </a:cubicBezTo>
                  <a:cubicBezTo>
                    <a:pt x="823357" y="149857"/>
                    <a:pt x="826849" y="143036"/>
                    <a:pt x="828675" y="135731"/>
                  </a:cubicBezTo>
                  <a:cubicBezTo>
                    <a:pt x="831620" y="123951"/>
                    <a:pt x="831978" y="111531"/>
                    <a:pt x="835818" y="100012"/>
                  </a:cubicBezTo>
                  <a:cubicBezTo>
                    <a:pt x="848339" y="62447"/>
                    <a:pt x="848719" y="81355"/>
                    <a:pt x="864393" y="50006"/>
                  </a:cubicBezTo>
                  <a:cubicBezTo>
                    <a:pt x="867761" y="43271"/>
                    <a:pt x="868740" y="35567"/>
                    <a:pt x="871537" y="28575"/>
                  </a:cubicBezTo>
                  <a:cubicBezTo>
                    <a:pt x="873515" y="23631"/>
                    <a:pt x="876300" y="19050"/>
                    <a:pt x="878681" y="14287"/>
                  </a:cubicBezTo>
                  <a:lnTo>
                    <a:pt x="0" y="0"/>
                  </a:lnTo>
                  <a:lnTo>
                    <a:pt x="42862" y="585787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63" name="Freeform 1062">
              <a:extLst>
                <a:ext uri="{FF2B5EF4-FFF2-40B4-BE49-F238E27FC236}">
                  <a16:creationId xmlns:a16="http://schemas.microsoft.com/office/drawing/2014/main" id="{EADC9D97-08B1-1F47-2C0A-941B0FC04C51}"/>
                </a:ext>
              </a:extLst>
            </p:cNvPr>
            <p:cNvSpPr/>
            <p:nvPr/>
          </p:nvSpPr>
          <p:spPr>
            <a:xfrm>
              <a:off x="1950244" y="4936331"/>
              <a:ext cx="642937" cy="660006"/>
            </a:xfrm>
            <a:custGeom>
              <a:avLst/>
              <a:gdLst>
                <a:gd name="csX0" fmla="*/ 0 w 642937"/>
                <a:gd name="csY0" fmla="*/ 650082 h 660006"/>
                <a:gd name="csX1" fmla="*/ 0 w 642937"/>
                <a:gd name="csY1" fmla="*/ 650082 h 660006"/>
                <a:gd name="csX2" fmla="*/ 507206 w 642937"/>
                <a:gd name="csY2" fmla="*/ 650082 h 660006"/>
                <a:gd name="csX3" fmla="*/ 578644 w 642937"/>
                <a:gd name="csY3" fmla="*/ 635794 h 660006"/>
                <a:gd name="csX4" fmla="*/ 642937 w 642937"/>
                <a:gd name="csY4" fmla="*/ 621507 h 660006"/>
                <a:gd name="csX5" fmla="*/ 628650 w 642937"/>
                <a:gd name="csY5" fmla="*/ 592932 h 660006"/>
                <a:gd name="csX6" fmla="*/ 607219 w 642937"/>
                <a:gd name="csY6" fmla="*/ 535782 h 660006"/>
                <a:gd name="csX7" fmla="*/ 585787 w 642937"/>
                <a:gd name="csY7" fmla="*/ 507207 h 660006"/>
                <a:gd name="csX8" fmla="*/ 571500 w 642937"/>
                <a:gd name="csY8" fmla="*/ 478632 h 660006"/>
                <a:gd name="csX9" fmla="*/ 528637 w 642937"/>
                <a:gd name="csY9" fmla="*/ 400050 h 660006"/>
                <a:gd name="csX10" fmla="*/ 492919 w 642937"/>
                <a:gd name="csY10" fmla="*/ 314325 h 660006"/>
                <a:gd name="csX11" fmla="*/ 485775 w 642937"/>
                <a:gd name="csY11" fmla="*/ 278607 h 660006"/>
                <a:gd name="csX12" fmla="*/ 471487 w 642937"/>
                <a:gd name="csY12" fmla="*/ 250032 h 660006"/>
                <a:gd name="csX13" fmla="*/ 450056 w 642937"/>
                <a:gd name="csY13" fmla="*/ 207169 h 660006"/>
                <a:gd name="csX14" fmla="*/ 435769 w 642937"/>
                <a:gd name="csY14" fmla="*/ 50007 h 660006"/>
                <a:gd name="csX15" fmla="*/ 428625 w 642937"/>
                <a:gd name="csY15" fmla="*/ 28575 h 660006"/>
                <a:gd name="csX16" fmla="*/ 378619 w 642937"/>
                <a:gd name="csY16" fmla="*/ 0 h 660006"/>
                <a:gd name="csX17" fmla="*/ 335756 w 642937"/>
                <a:gd name="csY17" fmla="*/ 14288 h 660006"/>
                <a:gd name="csX18" fmla="*/ 278606 w 642937"/>
                <a:gd name="csY18" fmla="*/ 28575 h 660006"/>
                <a:gd name="csX19" fmla="*/ 257175 w 642937"/>
                <a:gd name="csY19" fmla="*/ 35719 h 660006"/>
                <a:gd name="csX20" fmla="*/ 214312 w 642937"/>
                <a:gd name="csY20" fmla="*/ 57150 h 660006"/>
                <a:gd name="csX21" fmla="*/ 135731 w 642937"/>
                <a:gd name="csY21" fmla="*/ 64294 h 660006"/>
                <a:gd name="csX22" fmla="*/ 121444 w 642937"/>
                <a:gd name="csY22" fmla="*/ 235744 h 660006"/>
                <a:gd name="csX23" fmla="*/ 114300 w 642937"/>
                <a:gd name="csY23" fmla="*/ 264319 h 660006"/>
                <a:gd name="csX24" fmla="*/ 85725 w 642937"/>
                <a:gd name="csY24" fmla="*/ 307182 h 660006"/>
                <a:gd name="csX25" fmla="*/ 64294 w 642937"/>
                <a:gd name="csY25" fmla="*/ 321469 h 660006"/>
                <a:gd name="csX26" fmla="*/ 42862 w 642937"/>
                <a:gd name="csY26" fmla="*/ 364332 h 660006"/>
                <a:gd name="csX27" fmla="*/ 35719 w 642937"/>
                <a:gd name="csY27" fmla="*/ 385763 h 660006"/>
                <a:gd name="csX28" fmla="*/ 14287 w 642937"/>
                <a:gd name="csY28" fmla="*/ 435769 h 660006"/>
                <a:gd name="csX29" fmla="*/ 0 w 642937"/>
                <a:gd name="csY29" fmla="*/ 650082 h 6600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42937" h="660006">
                  <a:moveTo>
                    <a:pt x="0" y="650082"/>
                  </a:moveTo>
                  <a:lnTo>
                    <a:pt x="0" y="650082"/>
                  </a:lnTo>
                  <a:cubicBezTo>
                    <a:pt x="214668" y="662007"/>
                    <a:pt x="203147" y="664561"/>
                    <a:pt x="507206" y="650082"/>
                  </a:cubicBezTo>
                  <a:cubicBezTo>
                    <a:pt x="531463" y="648927"/>
                    <a:pt x="554690" y="639786"/>
                    <a:pt x="578644" y="635794"/>
                  </a:cubicBezTo>
                  <a:cubicBezTo>
                    <a:pt x="628934" y="627412"/>
                    <a:pt x="607765" y="633230"/>
                    <a:pt x="642937" y="621507"/>
                  </a:cubicBezTo>
                  <a:cubicBezTo>
                    <a:pt x="638175" y="611982"/>
                    <a:pt x="632389" y="602903"/>
                    <a:pt x="628650" y="592932"/>
                  </a:cubicBezTo>
                  <a:cubicBezTo>
                    <a:pt x="613225" y="551799"/>
                    <a:pt x="632077" y="575554"/>
                    <a:pt x="607219" y="535782"/>
                  </a:cubicBezTo>
                  <a:cubicBezTo>
                    <a:pt x="600909" y="525685"/>
                    <a:pt x="592097" y="517304"/>
                    <a:pt x="585787" y="507207"/>
                  </a:cubicBezTo>
                  <a:cubicBezTo>
                    <a:pt x="580143" y="498177"/>
                    <a:pt x="576672" y="487941"/>
                    <a:pt x="571500" y="478632"/>
                  </a:cubicBezTo>
                  <a:cubicBezTo>
                    <a:pt x="554930" y="448806"/>
                    <a:pt x="541231" y="432794"/>
                    <a:pt x="528637" y="400050"/>
                  </a:cubicBezTo>
                  <a:cubicBezTo>
                    <a:pt x="493078" y="307596"/>
                    <a:pt x="537252" y="388215"/>
                    <a:pt x="492919" y="314325"/>
                  </a:cubicBezTo>
                  <a:cubicBezTo>
                    <a:pt x="490538" y="302419"/>
                    <a:pt x="489615" y="290126"/>
                    <a:pt x="485775" y="278607"/>
                  </a:cubicBezTo>
                  <a:cubicBezTo>
                    <a:pt x="482407" y="268504"/>
                    <a:pt x="475682" y="259820"/>
                    <a:pt x="471487" y="250032"/>
                  </a:cubicBezTo>
                  <a:cubicBezTo>
                    <a:pt x="453740" y="208622"/>
                    <a:pt x="477516" y="248357"/>
                    <a:pt x="450056" y="207169"/>
                  </a:cubicBezTo>
                  <a:cubicBezTo>
                    <a:pt x="431666" y="115219"/>
                    <a:pt x="454624" y="238566"/>
                    <a:pt x="435769" y="50007"/>
                  </a:cubicBezTo>
                  <a:cubicBezTo>
                    <a:pt x="435020" y="42514"/>
                    <a:pt x="433446" y="34360"/>
                    <a:pt x="428625" y="28575"/>
                  </a:cubicBezTo>
                  <a:cubicBezTo>
                    <a:pt x="411992" y="8615"/>
                    <a:pt x="399983" y="7122"/>
                    <a:pt x="378619" y="0"/>
                  </a:cubicBezTo>
                  <a:cubicBezTo>
                    <a:pt x="364331" y="4763"/>
                    <a:pt x="350367" y="10635"/>
                    <a:pt x="335756" y="14288"/>
                  </a:cubicBezTo>
                  <a:cubicBezTo>
                    <a:pt x="316706" y="19050"/>
                    <a:pt x="297234" y="22365"/>
                    <a:pt x="278606" y="28575"/>
                  </a:cubicBezTo>
                  <a:cubicBezTo>
                    <a:pt x="271462" y="30956"/>
                    <a:pt x="263910" y="32351"/>
                    <a:pt x="257175" y="35719"/>
                  </a:cubicBezTo>
                  <a:cubicBezTo>
                    <a:pt x="234534" y="47040"/>
                    <a:pt x="239455" y="53558"/>
                    <a:pt x="214312" y="57150"/>
                  </a:cubicBezTo>
                  <a:cubicBezTo>
                    <a:pt x="188275" y="60869"/>
                    <a:pt x="161925" y="61913"/>
                    <a:pt x="135731" y="64294"/>
                  </a:cubicBezTo>
                  <a:cubicBezTo>
                    <a:pt x="123866" y="313445"/>
                    <a:pt x="145073" y="153039"/>
                    <a:pt x="121444" y="235744"/>
                  </a:cubicBezTo>
                  <a:cubicBezTo>
                    <a:pt x="118747" y="245184"/>
                    <a:pt x="118691" y="255537"/>
                    <a:pt x="114300" y="264319"/>
                  </a:cubicBezTo>
                  <a:cubicBezTo>
                    <a:pt x="106621" y="279678"/>
                    <a:pt x="100013" y="297657"/>
                    <a:pt x="85725" y="307182"/>
                  </a:cubicBezTo>
                  <a:lnTo>
                    <a:pt x="64294" y="321469"/>
                  </a:lnTo>
                  <a:cubicBezTo>
                    <a:pt x="46335" y="375342"/>
                    <a:pt x="70562" y="308931"/>
                    <a:pt x="42862" y="364332"/>
                  </a:cubicBezTo>
                  <a:cubicBezTo>
                    <a:pt x="39495" y="371067"/>
                    <a:pt x="38685" y="378842"/>
                    <a:pt x="35719" y="385763"/>
                  </a:cubicBezTo>
                  <a:cubicBezTo>
                    <a:pt x="9231" y="447568"/>
                    <a:pt x="31044" y="385500"/>
                    <a:pt x="14287" y="435769"/>
                  </a:cubicBezTo>
                  <a:cubicBezTo>
                    <a:pt x="6312" y="595292"/>
                    <a:pt x="2381" y="614363"/>
                    <a:pt x="0" y="650082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64" name="Freeform 1063">
              <a:extLst>
                <a:ext uri="{FF2B5EF4-FFF2-40B4-BE49-F238E27FC236}">
                  <a16:creationId xmlns:a16="http://schemas.microsoft.com/office/drawing/2014/main" id="{07138B87-C09A-9091-F82E-72DE364D55FD}"/>
                </a:ext>
              </a:extLst>
            </p:cNvPr>
            <p:cNvSpPr/>
            <p:nvPr/>
          </p:nvSpPr>
          <p:spPr>
            <a:xfrm>
              <a:off x="1275640" y="5586413"/>
              <a:ext cx="888916" cy="428625"/>
            </a:xfrm>
            <a:custGeom>
              <a:avLst/>
              <a:gdLst>
                <a:gd name="csX0" fmla="*/ 17379 w 888916"/>
                <a:gd name="csY0" fmla="*/ 0 h 428625"/>
                <a:gd name="csX1" fmla="*/ 17379 w 888916"/>
                <a:gd name="csY1" fmla="*/ 0 h 428625"/>
                <a:gd name="csX2" fmla="*/ 10235 w 888916"/>
                <a:gd name="csY2" fmla="*/ 400050 h 428625"/>
                <a:gd name="csX3" fmla="*/ 3091 w 888916"/>
                <a:gd name="csY3" fmla="*/ 428625 h 428625"/>
                <a:gd name="csX4" fmla="*/ 288841 w 888916"/>
                <a:gd name="csY4" fmla="*/ 414337 h 428625"/>
                <a:gd name="csX5" fmla="*/ 345991 w 888916"/>
                <a:gd name="csY5" fmla="*/ 400050 h 428625"/>
                <a:gd name="csX6" fmla="*/ 374566 w 888916"/>
                <a:gd name="csY6" fmla="*/ 392906 h 428625"/>
                <a:gd name="csX7" fmla="*/ 431716 w 888916"/>
                <a:gd name="csY7" fmla="*/ 385762 h 428625"/>
                <a:gd name="csX8" fmla="*/ 481723 w 888916"/>
                <a:gd name="csY8" fmla="*/ 378618 h 428625"/>
                <a:gd name="csX9" fmla="*/ 660316 w 888916"/>
                <a:gd name="csY9" fmla="*/ 371475 h 428625"/>
                <a:gd name="csX10" fmla="*/ 838910 w 888916"/>
                <a:gd name="csY10" fmla="*/ 357187 h 428625"/>
                <a:gd name="csX11" fmla="*/ 888916 w 888916"/>
                <a:gd name="csY11" fmla="*/ 350043 h 428625"/>
                <a:gd name="csX12" fmla="*/ 853198 w 888916"/>
                <a:gd name="csY12" fmla="*/ 292893 h 428625"/>
                <a:gd name="csX13" fmla="*/ 838910 w 888916"/>
                <a:gd name="csY13" fmla="*/ 242887 h 428625"/>
                <a:gd name="csX14" fmla="*/ 853198 w 888916"/>
                <a:gd name="csY14" fmla="*/ 200025 h 428625"/>
                <a:gd name="csX15" fmla="*/ 846054 w 888916"/>
                <a:gd name="csY15" fmla="*/ 121443 h 428625"/>
                <a:gd name="csX16" fmla="*/ 810335 w 888916"/>
                <a:gd name="csY16" fmla="*/ 57150 h 428625"/>
                <a:gd name="csX17" fmla="*/ 631741 w 888916"/>
                <a:gd name="csY17" fmla="*/ 50006 h 428625"/>
                <a:gd name="csX18" fmla="*/ 288841 w 888916"/>
                <a:gd name="csY18" fmla="*/ 64293 h 428625"/>
                <a:gd name="csX19" fmla="*/ 110248 w 888916"/>
                <a:gd name="csY19" fmla="*/ 57150 h 428625"/>
                <a:gd name="csX20" fmla="*/ 3091 w 888916"/>
                <a:gd name="csY20" fmla="*/ 35718 h 428625"/>
                <a:gd name="csX21" fmla="*/ 17379 w 888916"/>
                <a:gd name="csY21" fmla="*/ 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88916" h="428625">
                  <a:moveTo>
                    <a:pt x="17379" y="0"/>
                  </a:moveTo>
                  <a:lnTo>
                    <a:pt x="17379" y="0"/>
                  </a:lnTo>
                  <a:cubicBezTo>
                    <a:pt x="14998" y="133350"/>
                    <a:pt x="14678" y="266753"/>
                    <a:pt x="10235" y="400050"/>
                  </a:cubicBezTo>
                  <a:cubicBezTo>
                    <a:pt x="9908" y="409863"/>
                    <a:pt x="-6714" y="428122"/>
                    <a:pt x="3091" y="428625"/>
                  </a:cubicBezTo>
                  <a:lnTo>
                    <a:pt x="288841" y="414337"/>
                  </a:lnTo>
                  <a:lnTo>
                    <a:pt x="345991" y="400050"/>
                  </a:lnTo>
                  <a:cubicBezTo>
                    <a:pt x="355516" y="397669"/>
                    <a:pt x="364824" y="394124"/>
                    <a:pt x="374566" y="392906"/>
                  </a:cubicBezTo>
                  <a:lnTo>
                    <a:pt x="431716" y="385762"/>
                  </a:lnTo>
                  <a:cubicBezTo>
                    <a:pt x="448407" y="383537"/>
                    <a:pt x="464918" y="379668"/>
                    <a:pt x="481723" y="378618"/>
                  </a:cubicBezTo>
                  <a:cubicBezTo>
                    <a:pt x="541186" y="374902"/>
                    <a:pt x="600812" y="374450"/>
                    <a:pt x="660316" y="371475"/>
                  </a:cubicBezTo>
                  <a:cubicBezTo>
                    <a:pt x="717288" y="368626"/>
                    <a:pt x="781363" y="363957"/>
                    <a:pt x="838910" y="357187"/>
                  </a:cubicBezTo>
                  <a:cubicBezTo>
                    <a:pt x="855633" y="355220"/>
                    <a:pt x="872247" y="352424"/>
                    <a:pt x="888916" y="350043"/>
                  </a:cubicBezTo>
                  <a:cubicBezTo>
                    <a:pt x="877010" y="330993"/>
                    <a:pt x="858647" y="314687"/>
                    <a:pt x="853198" y="292893"/>
                  </a:cubicBezTo>
                  <a:cubicBezTo>
                    <a:pt x="844228" y="257013"/>
                    <a:pt x="849159" y="273632"/>
                    <a:pt x="838910" y="242887"/>
                  </a:cubicBezTo>
                  <a:cubicBezTo>
                    <a:pt x="843673" y="228600"/>
                    <a:pt x="854562" y="215023"/>
                    <a:pt x="853198" y="200025"/>
                  </a:cubicBezTo>
                  <a:cubicBezTo>
                    <a:pt x="850817" y="173831"/>
                    <a:pt x="850156" y="147423"/>
                    <a:pt x="846054" y="121443"/>
                  </a:cubicBezTo>
                  <a:cubicBezTo>
                    <a:pt x="840313" y="85086"/>
                    <a:pt x="846417" y="59727"/>
                    <a:pt x="810335" y="57150"/>
                  </a:cubicBezTo>
                  <a:cubicBezTo>
                    <a:pt x="750907" y="52905"/>
                    <a:pt x="691272" y="52387"/>
                    <a:pt x="631741" y="50006"/>
                  </a:cubicBezTo>
                  <a:cubicBezTo>
                    <a:pt x="502333" y="58634"/>
                    <a:pt x="436964" y="64293"/>
                    <a:pt x="288841" y="64293"/>
                  </a:cubicBezTo>
                  <a:cubicBezTo>
                    <a:pt x="229262" y="64293"/>
                    <a:pt x="169779" y="59531"/>
                    <a:pt x="110248" y="57150"/>
                  </a:cubicBezTo>
                  <a:cubicBezTo>
                    <a:pt x="98979" y="55898"/>
                    <a:pt x="18921" y="51548"/>
                    <a:pt x="3091" y="35718"/>
                  </a:cubicBezTo>
                  <a:lnTo>
                    <a:pt x="17379" y="0"/>
                  </a:ln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65" name="Freeform 1064">
              <a:extLst>
                <a:ext uri="{FF2B5EF4-FFF2-40B4-BE49-F238E27FC236}">
                  <a16:creationId xmlns:a16="http://schemas.microsoft.com/office/drawing/2014/main" id="{50645FF1-5336-291D-FF08-95EC465121EC}"/>
                </a:ext>
              </a:extLst>
            </p:cNvPr>
            <p:cNvSpPr/>
            <p:nvPr/>
          </p:nvSpPr>
          <p:spPr>
            <a:xfrm>
              <a:off x="1292766" y="5965031"/>
              <a:ext cx="1578330" cy="460438"/>
            </a:xfrm>
            <a:custGeom>
              <a:avLst/>
              <a:gdLst>
                <a:gd name="csX0" fmla="*/ 7397 w 1578330"/>
                <a:gd name="csY0" fmla="*/ 107157 h 460438"/>
                <a:gd name="csX1" fmla="*/ 7397 w 1578330"/>
                <a:gd name="csY1" fmla="*/ 107157 h 460438"/>
                <a:gd name="csX2" fmla="*/ 7397 w 1578330"/>
                <a:gd name="csY2" fmla="*/ 457200 h 460438"/>
                <a:gd name="csX3" fmla="*/ 35972 w 1578330"/>
                <a:gd name="csY3" fmla="*/ 450057 h 460438"/>
                <a:gd name="csX4" fmla="*/ 57403 w 1578330"/>
                <a:gd name="csY4" fmla="*/ 435769 h 460438"/>
                <a:gd name="csX5" fmla="*/ 128840 w 1578330"/>
                <a:gd name="csY5" fmla="*/ 421482 h 460438"/>
                <a:gd name="csX6" fmla="*/ 243140 w 1578330"/>
                <a:gd name="csY6" fmla="*/ 407194 h 460438"/>
                <a:gd name="csX7" fmla="*/ 878934 w 1578330"/>
                <a:gd name="csY7" fmla="*/ 400050 h 460438"/>
                <a:gd name="csX8" fmla="*/ 936084 w 1578330"/>
                <a:gd name="csY8" fmla="*/ 385763 h 460438"/>
                <a:gd name="csX9" fmla="*/ 957515 w 1578330"/>
                <a:gd name="csY9" fmla="*/ 378619 h 460438"/>
                <a:gd name="csX10" fmla="*/ 964659 w 1578330"/>
                <a:gd name="csY10" fmla="*/ 357188 h 460438"/>
                <a:gd name="csX11" fmla="*/ 1114678 w 1578330"/>
                <a:gd name="csY11" fmla="*/ 364332 h 460438"/>
                <a:gd name="csX12" fmla="*/ 1207547 w 1578330"/>
                <a:gd name="csY12" fmla="*/ 378619 h 460438"/>
                <a:gd name="csX13" fmla="*/ 1414715 w 1578330"/>
                <a:gd name="csY13" fmla="*/ 371475 h 460438"/>
                <a:gd name="csX14" fmla="*/ 1557590 w 1578330"/>
                <a:gd name="csY14" fmla="*/ 357188 h 460438"/>
                <a:gd name="csX15" fmla="*/ 1564734 w 1578330"/>
                <a:gd name="csY15" fmla="*/ 235744 h 460438"/>
                <a:gd name="csX16" fmla="*/ 1550447 w 1578330"/>
                <a:gd name="csY16" fmla="*/ 192882 h 460438"/>
                <a:gd name="csX17" fmla="*/ 1543303 w 1578330"/>
                <a:gd name="csY17" fmla="*/ 85725 h 460438"/>
                <a:gd name="csX18" fmla="*/ 1529015 w 1578330"/>
                <a:gd name="csY18" fmla="*/ 28575 h 460438"/>
                <a:gd name="csX19" fmla="*/ 1521872 w 1578330"/>
                <a:gd name="csY19" fmla="*/ 0 h 460438"/>
                <a:gd name="csX20" fmla="*/ 1336134 w 1578330"/>
                <a:gd name="csY20" fmla="*/ 14288 h 460438"/>
                <a:gd name="csX21" fmla="*/ 1250409 w 1578330"/>
                <a:gd name="csY21" fmla="*/ 21432 h 460438"/>
                <a:gd name="csX22" fmla="*/ 1143253 w 1578330"/>
                <a:gd name="csY22" fmla="*/ 14288 h 460438"/>
                <a:gd name="csX23" fmla="*/ 836072 w 1578330"/>
                <a:gd name="csY23" fmla="*/ 28575 h 460438"/>
                <a:gd name="csX24" fmla="*/ 793209 w 1578330"/>
                <a:gd name="csY24" fmla="*/ 42863 h 460438"/>
                <a:gd name="csX25" fmla="*/ 771778 w 1578330"/>
                <a:gd name="csY25" fmla="*/ 50007 h 460438"/>
                <a:gd name="csX26" fmla="*/ 636047 w 1578330"/>
                <a:gd name="csY26" fmla="*/ 64294 h 460438"/>
                <a:gd name="csX27" fmla="*/ 564609 w 1578330"/>
                <a:gd name="csY27" fmla="*/ 71438 h 460438"/>
                <a:gd name="csX28" fmla="*/ 521747 w 1578330"/>
                <a:gd name="csY28" fmla="*/ 78582 h 460438"/>
                <a:gd name="csX29" fmla="*/ 500315 w 1578330"/>
                <a:gd name="csY29" fmla="*/ 85725 h 460438"/>
                <a:gd name="csX30" fmla="*/ 443165 w 1578330"/>
                <a:gd name="csY30" fmla="*/ 100013 h 460438"/>
                <a:gd name="csX31" fmla="*/ 371728 w 1578330"/>
                <a:gd name="csY31" fmla="*/ 114300 h 460438"/>
                <a:gd name="csX32" fmla="*/ 314578 w 1578330"/>
                <a:gd name="csY32" fmla="*/ 128588 h 460438"/>
                <a:gd name="csX33" fmla="*/ 257428 w 1578330"/>
                <a:gd name="csY33" fmla="*/ 135732 h 460438"/>
                <a:gd name="csX34" fmla="*/ 7397 w 1578330"/>
                <a:gd name="csY34" fmla="*/ 107157 h 460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78330" h="460438">
                  <a:moveTo>
                    <a:pt x="7397" y="107157"/>
                  </a:moveTo>
                  <a:lnTo>
                    <a:pt x="7397" y="107157"/>
                  </a:lnTo>
                  <a:cubicBezTo>
                    <a:pt x="5771" y="152692"/>
                    <a:pt x="-8402" y="394006"/>
                    <a:pt x="7397" y="457200"/>
                  </a:cubicBezTo>
                  <a:cubicBezTo>
                    <a:pt x="9778" y="466725"/>
                    <a:pt x="26447" y="452438"/>
                    <a:pt x="35972" y="450057"/>
                  </a:cubicBezTo>
                  <a:cubicBezTo>
                    <a:pt x="43116" y="445294"/>
                    <a:pt x="49197" y="438294"/>
                    <a:pt x="57403" y="435769"/>
                  </a:cubicBezTo>
                  <a:cubicBezTo>
                    <a:pt x="80613" y="428627"/>
                    <a:pt x="105281" y="427372"/>
                    <a:pt x="128840" y="421482"/>
                  </a:cubicBezTo>
                  <a:cubicBezTo>
                    <a:pt x="176207" y="409640"/>
                    <a:pt x="173990" y="408563"/>
                    <a:pt x="243140" y="407194"/>
                  </a:cubicBezTo>
                  <a:lnTo>
                    <a:pt x="878934" y="400050"/>
                  </a:lnTo>
                  <a:cubicBezTo>
                    <a:pt x="927931" y="383719"/>
                    <a:pt x="867106" y="403008"/>
                    <a:pt x="936084" y="385763"/>
                  </a:cubicBezTo>
                  <a:cubicBezTo>
                    <a:pt x="943389" y="383937"/>
                    <a:pt x="950371" y="381000"/>
                    <a:pt x="957515" y="378619"/>
                  </a:cubicBezTo>
                  <a:cubicBezTo>
                    <a:pt x="959896" y="371475"/>
                    <a:pt x="957160" y="357870"/>
                    <a:pt x="964659" y="357188"/>
                  </a:cubicBezTo>
                  <a:cubicBezTo>
                    <a:pt x="1014516" y="352656"/>
                    <a:pt x="1064734" y="360888"/>
                    <a:pt x="1114678" y="364332"/>
                  </a:cubicBezTo>
                  <a:cubicBezTo>
                    <a:pt x="1154292" y="367064"/>
                    <a:pt x="1171713" y="371452"/>
                    <a:pt x="1207547" y="378619"/>
                  </a:cubicBezTo>
                  <a:cubicBezTo>
                    <a:pt x="1276603" y="376238"/>
                    <a:pt x="1345747" y="375697"/>
                    <a:pt x="1414715" y="371475"/>
                  </a:cubicBezTo>
                  <a:cubicBezTo>
                    <a:pt x="1462488" y="368550"/>
                    <a:pt x="1557590" y="357188"/>
                    <a:pt x="1557590" y="357188"/>
                  </a:cubicBezTo>
                  <a:cubicBezTo>
                    <a:pt x="1588629" y="310631"/>
                    <a:pt x="1579454" y="333876"/>
                    <a:pt x="1564734" y="235744"/>
                  </a:cubicBezTo>
                  <a:cubicBezTo>
                    <a:pt x="1562500" y="220850"/>
                    <a:pt x="1550447" y="192882"/>
                    <a:pt x="1550447" y="192882"/>
                  </a:cubicBezTo>
                  <a:cubicBezTo>
                    <a:pt x="1548066" y="157163"/>
                    <a:pt x="1546865" y="121346"/>
                    <a:pt x="1543303" y="85725"/>
                  </a:cubicBezTo>
                  <a:cubicBezTo>
                    <a:pt x="1539951" y="52208"/>
                    <a:pt x="1536731" y="55581"/>
                    <a:pt x="1529015" y="28575"/>
                  </a:cubicBezTo>
                  <a:cubicBezTo>
                    <a:pt x="1526318" y="19135"/>
                    <a:pt x="1524253" y="9525"/>
                    <a:pt x="1521872" y="0"/>
                  </a:cubicBezTo>
                  <a:cubicBezTo>
                    <a:pt x="1447265" y="24869"/>
                    <a:pt x="1516465" y="3983"/>
                    <a:pt x="1336134" y="14288"/>
                  </a:cubicBezTo>
                  <a:cubicBezTo>
                    <a:pt x="1307507" y="15924"/>
                    <a:pt x="1278984" y="19051"/>
                    <a:pt x="1250409" y="21432"/>
                  </a:cubicBezTo>
                  <a:cubicBezTo>
                    <a:pt x="1214690" y="19051"/>
                    <a:pt x="1179051" y="14288"/>
                    <a:pt x="1143253" y="14288"/>
                  </a:cubicBezTo>
                  <a:cubicBezTo>
                    <a:pt x="909671" y="14288"/>
                    <a:pt x="958443" y="8182"/>
                    <a:pt x="836072" y="28575"/>
                  </a:cubicBezTo>
                  <a:lnTo>
                    <a:pt x="793209" y="42863"/>
                  </a:lnTo>
                  <a:cubicBezTo>
                    <a:pt x="786065" y="45244"/>
                    <a:pt x="779271" y="49258"/>
                    <a:pt x="771778" y="50007"/>
                  </a:cubicBezTo>
                  <a:lnTo>
                    <a:pt x="636047" y="64294"/>
                  </a:lnTo>
                  <a:cubicBezTo>
                    <a:pt x="612247" y="66799"/>
                    <a:pt x="588356" y="68470"/>
                    <a:pt x="564609" y="71438"/>
                  </a:cubicBezTo>
                  <a:cubicBezTo>
                    <a:pt x="550236" y="73235"/>
                    <a:pt x="535887" y="75440"/>
                    <a:pt x="521747" y="78582"/>
                  </a:cubicBezTo>
                  <a:cubicBezTo>
                    <a:pt x="514396" y="80215"/>
                    <a:pt x="507580" y="83744"/>
                    <a:pt x="500315" y="85725"/>
                  </a:cubicBezTo>
                  <a:cubicBezTo>
                    <a:pt x="481371" y="90892"/>
                    <a:pt x="462420" y="96162"/>
                    <a:pt x="443165" y="100013"/>
                  </a:cubicBezTo>
                  <a:cubicBezTo>
                    <a:pt x="419353" y="104775"/>
                    <a:pt x="394766" y="106620"/>
                    <a:pt x="371728" y="114300"/>
                  </a:cubicBezTo>
                  <a:cubicBezTo>
                    <a:pt x="345651" y="122993"/>
                    <a:pt x="346598" y="123662"/>
                    <a:pt x="314578" y="128588"/>
                  </a:cubicBezTo>
                  <a:cubicBezTo>
                    <a:pt x="295603" y="131507"/>
                    <a:pt x="276621" y="135296"/>
                    <a:pt x="257428" y="135732"/>
                  </a:cubicBezTo>
                  <a:cubicBezTo>
                    <a:pt x="171725" y="137680"/>
                    <a:pt x="49069" y="111920"/>
                    <a:pt x="7397" y="107157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66" name="Freeform 1065">
              <a:extLst>
                <a:ext uri="{FF2B5EF4-FFF2-40B4-BE49-F238E27FC236}">
                  <a16:creationId xmlns:a16="http://schemas.microsoft.com/office/drawing/2014/main" id="{B7141FB5-6737-5D43-0F89-8A3785004D27}"/>
                </a:ext>
              </a:extLst>
            </p:cNvPr>
            <p:cNvSpPr/>
            <p:nvPr/>
          </p:nvSpPr>
          <p:spPr>
            <a:xfrm>
              <a:off x="2214563" y="4922044"/>
              <a:ext cx="835818" cy="1021556"/>
            </a:xfrm>
            <a:custGeom>
              <a:avLst/>
              <a:gdLst>
                <a:gd name="csX0" fmla="*/ 0 w 835818"/>
                <a:gd name="csY0" fmla="*/ 742950 h 1021556"/>
                <a:gd name="csX1" fmla="*/ 0 w 835818"/>
                <a:gd name="csY1" fmla="*/ 742950 h 1021556"/>
                <a:gd name="csX2" fmla="*/ 7143 w 835818"/>
                <a:gd name="csY2" fmla="*/ 914400 h 1021556"/>
                <a:gd name="csX3" fmla="*/ 14287 w 835818"/>
                <a:gd name="csY3" fmla="*/ 1014412 h 1021556"/>
                <a:gd name="csX4" fmla="*/ 35718 w 835818"/>
                <a:gd name="csY4" fmla="*/ 1021556 h 1021556"/>
                <a:gd name="csX5" fmla="*/ 78581 w 835818"/>
                <a:gd name="csY5" fmla="*/ 1014412 h 1021556"/>
                <a:gd name="csX6" fmla="*/ 107156 w 835818"/>
                <a:gd name="csY6" fmla="*/ 1007269 h 1021556"/>
                <a:gd name="csX7" fmla="*/ 228600 w 835818"/>
                <a:gd name="csY7" fmla="*/ 1000125 h 1021556"/>
                <a:gd name="csX8" fmla="*/ 821531 w 835818"/>
                <a:gd name="csY8" fmla="*/ 1000125 h 1021556"/>
                <a:gd name="csX9" fmla="*/ 828675 w 835818"/>
                <a:gd name="csY9" fmla="*/ 978694 h 1021556"/>
                <a:gd name="csX10" fmla="*/ 835818 w 835818"/>
                <a:gd name="csY10" fmla="*/ 942975 h 1021556"/>
                <a:gd name="csX11" fmla="*/ 828675 w 835818"/>
                <a:gd name="csY11" fmla="*/ 764381 h 1021556"/>
                <a:gd name="csX12" fmla="*/ 814387 w 835818"/>
                <a:gd name="csY12" fmla="*/ 692944 h 1021556"/>
                <a:gd name="csX13" fmla="*/ 800100 w 835818"/>
                <a:gd name="csY13" fmla="*/ 578644 h 1021556"/>
                <a:gd name="csX14" fmla="*/ 792956 w 835818"/>
                <a:gd name="csY14" fmla="*/ 450056 h 1021556"/>
                <a:gd name="csX15" fmla="*/ 778668 w 835818"/>
                <a:gd name="csY15" fmla="*/ 264319 h 1021556"/>
                <a:gd name="csX16" fmla="*/ 771525 w 835818"/>
                <a:gd name="csY16" fmla="*/ 64294 h 1021556"/>
                <a:gd name="csX17" fmla="*/ 757237 w 835818"/>
                <a:gd name="csY17" fmla="*/ 42862 h 1021556"/>
                <a:gd name="csX18" fmla="*/ 750093 w 835818"/>
                <a:gd name="csY18" fmla="*/ 21431 h 1021556"/>
                <a:gd name="csX19" fmla="*/ 700087 w 835818"/>
                <a:gd name="csY19" fmla="*/ 0 h 1021556"/>
                <a:gd name="csX20" fmla="*/ 578643 w 835818"/>
                <a:gd name="csY20" fmla="*/ 7144 h 1021556"/>
                <a:gd name="csX21" fmla="*/ 528637 w 835818"/>
                <a:gd name="csY21" fmla="*/ 21431 h 1021556"/>
                <a:gd name="csX22" fmla="*/ 500062 w 835818"/>
                <a:gd name="csY22" fmla="*/ 28575 h 1021556"/>
                <a:gd name="csX23" fmla="*/ 450056 w 835818"/>
                <a:gd name="csY23" fmla="*/ 42862 h 1021556"/>
                <a:gd name="csX24" fmla="*/ 414337 w 835818"/>
                <a:gd name="csY24" fmla="*/ 50006 h 1021556"/>
                <a:gd name="csX25" fmla="*/ 385762 w 835818"/>
                <a:gd name="csY25" fmla="*/ 57150 h 1021556"/>
                <a:gd name="csX26" fmla="*/ 242887 w 835818"/>
                <a:gd name="csY26" fmla="*/ 64294 h 1021556"/>
                <a:gd name="csX27" fmla="*/ 207168 w 835818"/>
                <a:gd name="csY27" fmla="*/ 71437 h 1021556"/>
                <a:gd name="csX28" fmla="*/ 214312 w 835818"/>
                <a:gd name="csY28" fmla="*/ 121444 h 1021556"/>
                <a:gd name="csX29" fmla="*/ 242887 w 835818"/>
                <a:gd name="csY29" fmla="*/ 164306 h 1021556"/>
                <a:gd name="csX30" fmla="*/ 271462 w 835818"/>
                <a:gd name="csY30" fmla="*/ 207169 h 1021556"/>
                <a:gd name="csX31" fmla="*/ 292893 w 835818"/>
                <a:gd name="csY31" fmla="*/ 235744 h 1021556"/>
                <a:gd name="csX32" fmla="*/ 307181 w 835818"/>
                <a:gd name="csY32" fmla="*/ 278606 h 1021556"/>
                <a:gd name="csX33" fmla="*/ 314325 w 835818"/>
                <a:gd name="csY33" fmla="*/ 300037 h 1021556"/>
                <a:gd name="csX34" fmla="*/ 328612 w 835818"/>
                <a:gd name="csY34" fmla="*/ 335756 h 1021556"/>
                <a:gd name="csX35" fmla="*/ 342900 w 835818"/>
                <a:gd name="csY35" fmla="*/ 414337 h 1021556"/>
                <a:gd name="csX36" fmla="*/ 357187 w 835818"/>
                <a:gd name="csY36" fmla="*/ 457200 h 1021556"/>
                <a:gd name="csX37" fmla="*/ 371475 w 835818"/>
                <a:gd name="csY37" fmla="*/ 521494 h 1021556"/>
                <a:gd name="csX38" fmla="*/ 378618 w 835818"/>
                <a:gd name="csY38" fmla="*/ 542925 h 1021556"/>
                <a:gd name="csX39" fmla="*/ 407193 w 835818"/>
                <a:gd name="csY39" fmla="*/ 592931 h 1021556"/>
                <a:gd name="csX40" fmla="*/ 428625 w 835818"/>
                <a:gd name="csY40" fmla="*/ 635794 h 1021556"/>
                <a:gd name="csX41" fmla="*/ 435768 w 835818"/>
                <a:gd name="csY41" fmla="*/ 657225 h 1021556"/>
                <a:gd name="csX42" fmla="*/ 428625 w 835818"/>
                <a:gd name="csY42" fmla="*/ 685800 h 1021556"/>
                <a:gd name="csX43" fmla="*/ 400050 w 835818"/>
                <a:gd name="csY43" fmla="*/ 700087 h 1021556"/>
                <a:gd name="csX44" fmla="*/ 350043 w 835818"/>
                <a:gd name="csY44" fmla="*/ 714375 h 1021556"/>
                <a:gd name="csX45" fmla="*/ 78581 w 835818"/>
                <a:gd name="csY45" fmla="*/ 714375 h 1021556"/>
                <a:gd name="csX46" fmla="*/ 35718 w 835818"/>
                <a:gd name="csY46" fmla="*/ 721519 h 1021556"/>
                <a:gd name="csX47" fmla="*/ 0 w 835818"/>
                <a:gd name="csY47" fmla="*/ 742950 h 1021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835818" h="1021556">
                  <a:moveTo>
                    <a:pt x="0" y="742950"/>
                  </a:moveTo>
                  <a:lnTo>
                    <a:pt x="0" y="742950"/>
                  </a:lnTo>
                  <a:cubicBezTo>
                    <a:pt x="2381" y="800100"/>
                    <a:pt x="4137" y="857279"/>
                    <a:pt x="7143" y="914400"/>
                  </a:cubicBezTo>
                  <a:cubicBezTo>
                    <a:pt x="8900" y="947776"/>
                    <a:pt x="5675" y="982118"/>
                    <a:pt x="14287" y="1014412"/>
                  </a:cubicBezTo>
                  <a:cubicBezTo>
                    <a:pt x="16227" y="1021688"/>
                    <a:pt x="28574" y="1019175"/>
                    <a:pt x="35718" y="1021556"/>
                  </a:cubicBezTo>
                  <a:cubicBezTo>
                    <a:pt x="50006" y="1019175"/>
                    <a:pt x="64378" y="1017253"/>
                    <a:pt x="78581" y="1014412"/>
                  </a:cubicBezTo>
                  <a:cubicBezTo>
                    <a:pt x="88208" y="1012487"/>
                    <a:pt x="97382" y="1008200"/>
                    <a:pt x="107156" y="1007269"/>
                  </a:cubicBezTo>
                  <a:cubicBezTo>
                    <a:pt x="147525" y="1003425"/>
                    <a:pt x="188119" y="1002506"/>
                    <a:pt x="228600" y="1000125"/>
                  </a:cubicBezTo>
                  <a:cubicBezTo>
                    <a:pt x="398231" y="1004366"/>
                    <a:pt x="653983" y="1015357"/>
                    <a:pt x="821531" y="1000125"/>
                  </a:cubicBezTo>
                  <a:cubicBezTo>
                    <a:pt x="829030" y="999443"/>
                    <a:pt x="826849" y="985999"/>
                    <a:pt x="828675" y="978694"/>
                  </a:cubicBezTo>
                  <a:cubicBezTo>
                    <a:pt x="831620" y="966914"/>
                    <a:pt x="833437" y="954881"/>
                    <a:pt x="835818" y="942975"/>
                  </a:cubicBezTo>
                  <a:cubicBezTo>
                    <a:pt x="833437" y="883444"/>
                    <a:pt x="833763" y="823742"/>
                    <a:pt x="828675" y="764381"/>
                  </a:cubicBezTo>
                  <a:cubicBezTo>
                    <a:pt x="826601" y="740186"/>
                    <a:pt x="817399" y="717040"/>
                    <a:pt x="814387" y="692944"/>
                  </a:cubicBezTo>
                  <a:lnTo>
                    <a:pt x="800100" y="578644"/>
                  </a:lnTo>
                  <a:cubicBezTo>
                    <a:pt x="797719" y="535781"/>
                    <a:pt x="795876" y="492885"/>
                    <a:pt x="792956" y="450056"/>
                  </a:cubicBezTo>
                  <a:cubicBezTo>
                    <a:pt x="788732" y="388105"/>
                    <a:pt x="778668" y="264319"/>
                    <a:pt x="778668" y="264319"/>
                  </a:cubicBezTo>
                  <a:cubicBezTo>
                    <a:pt x="776287" y="197644"/>
                    <a:pt x="777951" y="130701"/>
                    <a:pt x="771525" y="64294"/>
                  </a:cubicBezTo>
                  <a:cubicBezTo>
                    <a:pt x="770698" y="55748"/>
                    <a:pt x="761077" y="50542"/>
                    <a:pt x="757237" y="42862"/>
                  </a:cubicBezTo>
                  <a:cubicBezTo>
                    <a:pt x="753869" y="36127"/>
                    <a:pt x="755418" y="26756"/>
                    <a:pt x="750093" y="21431"/>
                  </a:cubicBezTo>
                  <a:cubicBezTo>
                    <a:pt x="741267" y="12605"/>
                    <a:pt x="712894" y="4269"/>
                    <a:pt x="700087" y="0"/>
                  </a:cubicBezTo>
                  <a:cubicBezTo>
                    <a:pt x="659606" y="2381"/>
                    <a:pt x="619012" y="3300"/>
                    <a:pt x="578643" y="7144"/>
                  </a:cubicBezTo>
                  <a:cubicBezTo>
                    <a:pt x="561887" y="8740"/>
                    <a:pt x="544714" y="16837"/>
                    <a:pt x="528637" y="21431"/>
                  </a:cubicBezTo>
                  <a:cubicBezTo>
                    <a:pt x="519197" y="24128"/>
                    <a:pt x="509502" y="25878"/>
                    <a:pt x="500062" y="28575"/>
                  </a:cubicBezTo>
                  <a:cubicBezTo>
                    <a:pt x="458291" y="40510"/>
                    <a:pt x="500312" y="31694"/>
                    <a:pt x="450056" y="42862"/>
                  </a:cubicBezTo>
                  <a:cubicBezTo>
                    <a:pt x="438203" y="45496"/>
                    <a:pt x="426190" y="47372"/>
                    <a:pt x="414337" y="50006"/>
                  </a:cubicBezTo>
                  <a:cubicBezTo>
                    <a:pt x="404753" y="52136"/>
                    <a:pt x="395546" y="56335"/>
                    <a:pt x="385762" y="57150"/>
                  </a:cubicBezTo>
                  <a:cubicBezTo>
                    <a:pt x="338242" y="61110"/>
                    <a:pt x="290512" y="61913"/>
                    <a:pt x="242887" y="64294"/>
                  </a:cubicBezTo>
                  <a:cubicBezTo>
                    <a:pt x="230981" y="66675"/>
                    <a:pt x="212598" y="60577"/>
                    <a:pt x="207168" y="71437"/>
                  </a:cubicBezTo>
                  <a:cubicBezTo>
                    <a:pt x="199638" y="86498"/>
                    <a:pt x="211010" y="104933"/>
                    <a:pt x="214312" y="121444"/>
                  </a:cubicBezTo>
                  <a:cubicBezTo>
                    <a:pt x="220618" y="152972"/>
                    <a:pt x="221542" y="136863"/>
                    <a:pt x="242887" y="164306"/>
                  </a:cubicBezTo>
                  <a:cubicBezTo>
                    <a:pt x="253429" y="177860"/>
                    <a:pt x="261159" y="193432"/>
                    <a:pt x="271462" y="207169"/>
                  </a:cubicBezTo>
                  <a:lnTo>
                    <a:pt x="292893" y="235744"/>
                  </a:lnTo>
                  <a:lnTo>
                    <a:pt x="307181" y="278606"/>
                  </a:lnTo>
                  <a:cubicBezTo>
                    <a:pt x="309562" y="285750"/>
                    <a:pt x="311528" y="293045"/>
                    <a:pt x="314325" y="300037"/>
                  </a:cubicBezTo>
                  <a:lnTo>
                    <a:pt x="328612" y="335756"/>
                  </a:lnTo>
                  <a:cubicBezTo>
                    <a:pt x="330947" y="349763"/>
                    <a:pt x="338620" y="398643"/>
                    <a:pt x="342900" y="414337"/>
                  </a:cubicBezTo>
                  <a:cubicBezTo>
                    <a:pt x="346863" y="428867"/>
                    <a:pt x="354233" y="442432"/>
                    <a:pt x="357187" y="457200"/>
                  </a:cubicBezTo>
                  <a:cubicBezTo>
                    <a:pt x="362099" y="481759"/>
                    <a:pt x="364748" y="497948"/>
                    <a:pt x="371475" y="521494"/>
                  </a:cubicBezTo>
                  <a:cubicBezTo>
                    <a:pt x="373544" y="528734"/>
                    <a:pt x="375652" y="536004"/>
                    <a:pt x="378618" y="542925"/>
                  </a:cubicBezTo>
                  <a:cubicBezTo>
                    <a:pt x="416182" y="630576"/>
                    <a:pt x="371329" y="521203"/>
                    <a:pt x="407193" y="592931"/>
                  </a:cubicBezTo>
                  <a:cubicBezTo>
                    <a:pt x="436768" y="652081"/>
                    <a:pt x="387680" y="574376"/>
                    <a:pt x="428625" y="635794"/>
                  </a:cubicBezTo>
                  <a:cubicBezTo>
                    <a:pt x="431006" y="642938"/>
                    <a:pt x="435768" y="649695"/>
                    <a:pt x="435768" y="657225"/>
                  </a:cubicBezTo>
                  <a:cubicBezTo>
                    <a:pt x="435768" y="667043"/>
                    <a:pt x="434910" y="678258"/>
                    <a:pt x="428625" y="685800"/>
                  </a:cubicBezTo>
                  <a:cubicBezTo>
                    <a:pt x="421808" y="693981"/>
                    <a:pt x="409838" y="695892"/>
                    <a:pt x="400050" y="700087"/>
                  </a:cubicBezTo>
                  <a:cubicBezTo>
                    <a:pt x="385702" y="706236"/>
                    <a:pt x="364544" y="710750"/>
                    <a:pt x="350043" y="714375"/>
                  </a:cubicBezTo>
                  <a:cubicBezTo>
                    <a:pt x="203760" y="707409"/>
                    <a:pt x="214166" y="702585"/>
                    <a:pt x="78581" y="714375"/>
                  </a:cubicBezTo>
                  <a:cubicBezTo>
                    <a:pt x="64151" y="715630"/>
                    <a:pt x="50034" y="719317"/>
                    <a:pt x="35718" y="721519"/>
                  </a:cubicBezTo>
                  <a:cubicBezTo>
                    <a:pt x="-15091" y="729335"/>
                    <a:pt x="5953" y="739378"/>
                    <a:pt x="0" y="742950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67" name="Freeform 1066">
              <a:extLst>
                <a:ext uri="{FF2B5EF4-FFF2-40B4-BE49-F238E27FC236}">
                  <a16:creationId xmlns:a16="http://schemas.microsoft.com/office/drawing/2014/main" id="{8F6A1772-C117-6728-8625-B2C2FDB3E8F7}"/>
                </a:ext>
              </a:extLst>
            </p:cNvPr>
            <p:cNvSpPr/>
            <p:nvPr/>
          </p:nvSpPr>
          <p:spPr>
            <a:xfrm>
              <a:off x="2921794" y="4914900"/>
              <a:ext cx="400182" cy="1464469"/>
            </a:xfrm>
            <a:custGeom>
              <a:avLst/>
              <a:gdLst>
                <a:gd name="csX0" fmla="*/ 0 w 400182"/>
                <a:gd name="csY0" fmla="*/ 1078706 h 1464469"/>
                <a:gd name="csX1" fmla="*/ 0 w 400182"/>
                <a:gd name="csY1" fmla="*/ 1078706 h 1464469"/>
                <a:gd name="csX2" fmla="*/ 14287 w 400182"/>
                <a:gd name="csY2" fmla="*/ 1371600 h 1464469"/>
                <a:gd name="csX3" fmla="*/ 28575 w 400182"/>
                <a:gd name="csY3" fmla="*/ 1464469 h 1464469"/>
                <a:gd name="csX4" fmla="*/ 164306 w 400182"/>
                <a:gd name="csY4" fmla="*/ 1457325 h 1464469"/>
                <a:gd name="csX5" fmla="*/ 185737 w 400182"/>
                <a:gd name="csY5" fmla="*/ 1450181 h 1464469"/>
                <a:gd name="csX6" fmla="*/ 221456 w 400182"/>
                <a:gd name="csY6" fmla="*/ 1443038 h 1464469"/>
                <a:gd name="csX7" fmla="*/ 264319 w 400182"/>
                <a:gd name="csY7" fmla="*/ 1428750 h 1464469"/>
                <a:gd name="csX8" fmla="*/ 292894 w 400182"/>
                <a:gd name="csY8" fmla="*/ 1421606 h 1464469"/>
                <a:gd name="csX9" fmla="*/ 314325 w 400182"/>
                <a:gd name="csY9" fmla="*/ 1414463 h 1464469"/>
                <a:gd name="csX10" fmla="*/ 371475 w 400182"/>
                <a:gd name="csY10" fmla="*/ 1400175 h 1464469"/>
                <a:gd name="csX11" fmla="*/ 392906 w 400182"/>
                <a:gd name="csY11" fmla="*/ 1385888 h 1464469"/>
                <a:gd name="csX12" fmla="*/ 400050 w 400182"/>
                <a:gd name="csY12" fmla="*/ 1357313 h 1464469"/>
                <a:gd name="csX13" fmla="*/ 385762 w 400182"/>
                <a:gd name="csY13" fmla="*/ 1321594 h 1464469"/>
                <a:gd name="csX14" fmla="*/ 364331 w 400182"/>
                <a:gd name="csY14" fmla="*/ 1264444 h 1464469"/>
                <a:gd name="csX15" fmla="*/ 357187 w 400182"/>
                <a:gd name="csY15" fmla="*/ 1228725 h 1464469"/>
                <a:gd name="csX16" fmla="*/ 342900 w 400182"/>
                <a:gd name="csY16" fmla="*/ 1171575 h 1464469"/>
                <a:gd name="csX17" fmla="*/ 335756 w 400182"/>
                <a:gd name="csY17" fmla="*/ 1128713 h 1464469"/>
                <a:gd name="csX18" fmla="*/ 342900 w 400182"/>
                <a:gd name="csY18" fmla="*/ 800100 h 1464469"/>
                <a:gd name="csX19" fmla="*/ 357187 w 400182"/>
                <a:gd name="csY19" fmla="*/ 657225 h 1464469"/>
                <a:gd name="csX20" fmla="*/ 342900 w 400182"/>
                <a:gd name="csY20" fmla="*/ 578644 h 1464469"/>
                <a:gd name="csX21" fmla="*/ 335756 w 400182"/>
                <a:gd name="csY21" fmla="*/ 521494 h 1464469"/>
                <a:gd name="csX22" fmla="*/ 328612 w 400182"/>
                <a:gd name="csY22" fmla="*/ 171450 h 1464469"/>
                <a:gd name="csX23" fmla="*/ 314325 w 400182"/>
                <a:gd name="csY23" fmla="*/ 57150 h 1464469"/>
                <a:gd name="csX24" fmla="*/ 307181 w 400182"/>
                <a:gd name="csY24" fmla="*/ 21431 h 1464469"/>
                <a:gd name="csX25" fmla="*/ 292894 w 400182"/>
                <a:gd name="csY25" fmla="*/ 0 h 1464469"/>
                <a:gd name="csX26" fmla="*/ 171450 w 400182"/>
                <a:gd name="csY26" fmla="*/ 14288 h 1464469"/>
                <a:gd name="csX27" fmla="*/ 114300 w 400182"/>
                <a:gd name="csY27" fmla="*/ 28575 h 1464469"/>
                <a:gd name="csX28" fmla="*/ 92869 w 400182"/>
                <a:gd name="csY28" fmla="*/ 107156 h 1464469"/>
                <a:gd name="csX29" fmla="*/ 78581 w 400182"/>
                <a:gd name="csY29" fmla="*/ 171450 h 1464469"/>
                <a:gd name="csX30" fmla="*/ 85725 w 400182"/>
                <a:gd name="csY30" fmla="*/ 314325 h 1464469"/>
                <a:gd name="csX31" fmla="*/ 100012 w 400182"/>
                <a:gd name="csY31" fmla="*/ 392906 h 1464469"/>
                <a:gd name="csX32" fmla="*/ 107156 w 400182"/>
                <a:gd name="csY32" fmla="*/ 485775 h 1464469"/>
                <a:gd name="csX33" fmla="*/ 121444 w 400182"/>
                <a:gd name="csY33" fmla="*/ 592931 h 1464469"/>
                <a:gd name="csX34" fmla="*/ 142875 w 400182"/>
                <a:gd name="csY34" fmla="*/ 692944 h 1464469"/>
                <a:gd name="csX35" fmla="*/ 150019 w 400182"/>
                <a:gd name="csY35" fmla="*/ 742950 h 1464469"/>
                <a:gd name="csX36" fmla="*/ 157162 w 400182"/>
                <a:gd name="csY36" fmla="*/ 785813 h 1464469"/>
                <a:gd name="csX37" fmla="*/ 164306 w 400182"/>
                <a:gd name="csY37" fmla="*/ 864394 h 1464469"/>
                <a:gd name="csX38" fmla="*/ 157162 w 400182"/>
                <a:gd name="csY38" fmla="*/ 1007269 h 1464469"/>
                <a:gd name="csX39" fmla="*/ 150019 w 400182"/>
                <a:gd name="csY39" fmla="*/ 1028700 h 1464469"/>
                <a:gd name="csX40" fmla="*/ 107156 w 400182"/>
                <a:gd name="csY40" fmla="*/ 1050131 h 1464469"/>
                <a:gd name="csX41" fmla="*/ 28575 w 400182"/>
                <a:gd name="csY41" fmla="*/ 1057275 h 1464469"/>
                <a:gd name="csX42" fmla="*/ 7144 w 400182"/>
                <a:gd name="csY42" fmla="*/ 1064419 h 1464469"/>
                <a:gd name="csX43" fmla="*/ 0 w 400182"/>
                <a:gd name="csY43" fmla="*/ 1078706 h 1464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00182" h="1464469">
                  <a:moveTo>
                    <a:pt x="0" y="1078706"/>
                  </a:moveTo>
                  <a:lnTo>
                    <a:pt x="0" y="1078706"/>
                  </a:lnTo>
                  <a:cubicBezTo>
                    <a:pt x="12900" y="1517300"/>
                    <a:pt x="-5403" y="1204226"/>
                    <a:pt x="14287" y="1371600"/>
                  </a:cubicBezTo>
                  <a:cubicBezTo>
                    <a:pt x="24332" y="1456986"/>
                    <a:pt x="13186" y="1418304"/>
                    <a:pt x="28575" y="1464469"/>
                  </a:cubicBezTo>
                  <a:cubicBezTo>
                    <a:pt x="73819" y="1462088"/>
                    <a:pt x="119186" y="1461427"/>
                    <a:pt x="164306" y="1457325"/>
                  </a:cubicBezTo>
                  <a:cubicBezTo>
                    <a:pt x="171805" y="1456643"/>
                    <a:pt x="178432" y="1452007"/>
                    <a:pt x="185737" y="1450181"/>
                  </a:cubicBezTo>
                  <a:cubicBezTo>
                    <a:pt x="197517" y="1447236"/>
                    <a:pt x="209742" y="1446233"/>
                    <a:pt x="221456" y="1443038"/>
                  </a:cubicBezTo>
                  <a:cubicBezTo>
                    <a:pt x="235986" y="1439075"/>
                    <a:pt x="249708" y="1432403"/>
                    <a:pt x="264319" y="1428750"/>
                  </a:cubicBezTo>
                  <a:cubicBezTo>
                    <a:pt x="273844" y="1426369"/>
                    <a:pt x="283454" y="1424303"/>
                    <a:pt x="292894" y="1421606"/>
                  </a:cubicBezTo>
                  <a:cubicBezTo>
                    <a:pt x="300134" y="1419537"/>
                    <a:pt x="307020" y="1416289"/>
                    <a:pt x="314325" y="1414463"/>
                  </a:cubicBezTo>
                  <a:cubicBezTo>
                    <a:pt x="330630" y="1410387"/>
                    <a:pt x="355144" y="1408340"/>
                    <a:pt x="371475" y="1400175"/>
                  </a:cubicBezTo>
                  <a:cubicBezTo>
                    <a:pt x="379154" y="1396335"/>
                    <a:pt x="385762" y="1390650"/>
                    <a:pt x="392906" y="1385888"/>
                  </a:cubicBezTo>
                  <a:cubicBezTo>
                    <a:pt x="395287" y="1376363"/>
                    <a:pt x="401134" y="1367071"/>
                    <a:pt x="400050" y="1357313"/>
                  </a:cubicBezTo>
                  <a:cubicBezTo>
                    <a:pt x="398634" y="1344568"/>
                    <a:pt x="389817" y="1333760"/>
                    <a:pt x="385762" y="1321594"/>
                  </a:cubicBezTo>
                  <a:cubicBezTo>
                    <a:pt x="366308" y="1263232"/>
                    <a:pt x="393562" y="1322903"/>
                    <a:pt x="364331" y="1264444"/>
                  </a:cubicBezTo>
                  <a:cubicBezTo>
                    <a:pt x="361950" y="1252538"/>
                    <a:pt x="359917" y="1240556"/>
                    <a:pt x="357187" y="1228725"/>
                  </a:cubicBezTo>
                  <a:cubicBezTo>
                    <a:pt x="352772" y="1209592"/>
                    <a:pt x="346128" y="1190944"/>
                    <a:pt x="342900" y="1171575"/>
                  </a:cubicBezTo>
                  <a:lnTo>
                    <a:pt x="335756" y="1128713"/>
                  </a:lnTo>
                  <a:cubicBezTo>
                    <a:pt x="338137" y="1019175"/>
                    <a:pt x="339310" y="909605"/>
                    <a:pt x="342900" y="800100"/>
                  </a:cubicBezTo>
                  <a:cubicBezTo>
                    <a:pt x="346018" y="704999"/>
                    <a:pt x="344664" y="719849"/>
                    <a:pt x="357187" y="657225"/>
                  </a:cubicBezTo>
                  <a:cubicBezTo>
                    <a:pt x="351036" y="626468"/>
                    <a:pt x="347468" y="610620"/>
                    <a:pt x="342900" y="578644"/>
                  </a:cubicBezTo>
                  <a:cubicBezTo>
                    <a:pt x="340185" y="559639"/>
                    <a:pt x="338137" y="540544"/>
                    <a:pt x="335756" y="521494"/>
                  </a:cubicBezTo>
                  <a:cubicBezTo>
                    <a:pt x="333375" y="404813"/>
                    <a:pt x="333993" y="288032"/>
                    <a:pt x="328612" y="171450"/>
                  </a:cubicBezTo>
                  <a:cubicBezTo>
                    <a:pt x="326842" y="133094"/>
                    <a:pt x="321855" y="94801"/>
                    <a:pt x="314325" y="57150"/>
                  </a:cubicBezTo>
                  <a:cubicBezTo>
                    <a:pt x="311944" y="45244"/>
                    <a:pt x="311444" y="32800"/>
                    <a:pt x="307181" y="21431"/>
                  </a:cubicBezTo>
                  <a:cubicBezTo>
                    <a:pt x="304166" y="13392"/>
                    <a:pt x="297656" y="7144"/>
                    <a:pt x="292894" y="0"/>
                  </a:cubicBezTo>
                  <a:cubicBezTo>
                    <a:pt x="114337" y="12754"/>
                    <a:pt x="240592" y="-4569"/>
                    <a:pt x="171450" y="14288"/>
                  </a:cubicBezTo>
                  <a:cubicBezTo>
                    <a:pt x="152506" y="19455"/>
                    <a:pt x="114300" y="28575"/>
                    <a:pt x="114300" y="28575"/>
                  </a:cubicBezTo>
                  <a:cubicBezTo>
                    <a:pt x="100946" y="68636"/>
                    <a:pt x="108984" y="42696"/>
                    <a:pt x="92869" y="107156"/>
                  </a:cubicBezTo>
                  <a:cubicBezTo>
                    <a:pt x="82778" y="147520"/>
                    <a:pt x="87653" y="126092"/>
                    <a:pt x="78581" y="171450"/>
                  </a:cubicBezTo>
                  <a:cubicBezTo>
                    <a:pt x="80962" y="219075"/>
                    <a:pt x="82068" y="266781"/>
                    <a:pt x="85725" y="314325"/>
                  </a:cubicBezTo>
                  <a:cubicBezTo>
                    <a:pt x="86867" y="329170"/>
                    <a:pt x="96733" y="376509"/>
                    <a:pt x="100012" y="392906"/>
                  </a:cubicBezTo>
                  <a:cubicBezTo>
                    <a:pt x="102393" y="423862"/>
                    <a:pt x="104212" y="454867"/>
                    <a:pt x="107156" y="485775"/>
                  </a:cubicBezTo>
                  <a:cubicBezTo>
                    <a:pt x="108762" y="502635"/>
                    <a:pt x="118274" y="573910"/>
                    <a:pt x="121444" y="592931"/>
                  </a:cubicBezTo>
                  <a:cubicBezTo>
                    <a:pt x="127066" y="626665"/>
                    <a:pt x="137252" y="659210"/>
                    <a:pt x="142875" y="692944"/>
                  </a:cubicBezTo>
                  <a:cubicBezTo>
                    <a:pt x="145643" y="709553"/>
                    <a:pt x="147459" y="726308"/>
                    <a:pt x="150019" y="742950"/>
                  </a:cubicBezTo>
                  <a:cubicBezTo>
                    <a:pt x="152221" y="757266"/>
                    <a:pt x="155470" y="771428"/>
                    <a:pt x="157162" y="785813"/>
                  </a:cubicBezTo>
                  <a:cubicBezTo>
                    <a:pt x="160235" y="811935"/>
                    <a:pt x="161925" y="838200"/>
                    <a:pt x="164306" y="864394"/>
                  </a:cubicBezTo>
                  <a:cubicBezTo>
                    <a:pt x="161925" y="912019"/>
                    <a:pt x="161293" y="959764"/>
                    <a:pt x="157162" y="1007269"/>
                  </a:cubicBezTo>
                  <a:cubicBezTo>
                    <a:pt x="156510" y="1014771"/>
                    <a:pt x="154723" y="1022820"/>
                    <a:pt x="150019" y="1028700"/>
                  </a:cubicBezTo>
                  <a:cubicBezTo>
                    <a:pt x="142716" y="1037829"/>
                    <a:pt x="118846" y="1048461"/>
                    <a:pt x="107156" y="1050131"/>
                  </a:cubicBezTo>
                  <a:cubicBezTo>
                    <a:pt x="81119" y="1053851"/>
                    <a:pt x="54769" y="1054894"/>
                    <a:pt x="28575" y="1057275"/>
                  </a:cubicBezTo>
                  <a:cubicBezTo>
                    <a:pt x="21431" y="1059656"/>
                    <a:pt x="13879" y="1061051"/>
                    <a:pt x="7144" y="1064419"/>
                  </a:cubicBezTo>
                  <a:cubicBezTo>
                    <a:pt x="-535" y="1068259"/>
                    <a:pt x="1191" y="1076325"/>
                    <a:pt x="0" y="1078706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68" name="Freeform 1067">
              <a:extLst>
                <a:ext uri="{FF2B5EF4-FFF2-40B4-BE49-F238E27FC236}">
                  <a16:creationId xmlns:a16="http://schemas.microsoft.com/office/drawing/2014/main" id="{0EF6BD02-9F14-8039-8F04-8AAC1267F032}"/>
                </a:ext>
              </a:extLst>
            </p:cNvPr>
            <p:cNvSpPr/>
            <p:nvPr/>
          </p:nvSpPr>
          <p:spPr>
            <a:xfrm>
              <a:off x="3328988" y="5507831"/>
              <a:ext cx="542925" cy="850107"/>
            </a:xfrm>
            <a:custGeom>
              <a:avLst/>
              <a:gdLst>
                <a:gd name="csX0" fmla="*/ 57150 w 542925"/>
                <a:gd name="csY0" fmla="*/ 850107 h 850107"/>
                <a:gd name="csX1" fmla="*/ 57150 w 542925"/>
                <a:gd name="csY1" fmla="*/ 850107 h 850107"/>
                <a:gd name="csX2" fmla="*/ 21431 w 542925"/>
                <a:gd name="csY2" fmla="*/ 714375 h 850107"/>
                <a:gd name="csX3" fmla="*/ 7143 w 542925"/>
                <a:gd name="csY3" fmla="*/ 642938 h 850107"/>
                <a:gd name="csX4" fmla="*/ 0 w 542925"/>
                <a:gd name="csY4" fmla="*/ 507207 h 850107"/>
                <a:gd name="csX5" fmla="*/ 14287 w 542925"/>
                <a:gd name="csY5" fmla="*/ 250032 h 850107"/>
                <a:gd name="csX6" fmla="*/ 21431 w 542925"/>
                <a:gd name="csY6" fmla="*/ 178594 h 850107"/>
                <a:gd name="csX7" fmla="*/ 28575 w 542925"/>
                <a:gd name="csY7" fmla="*/ 71438 h 850107"/>
                <a:gd name="csX8" fmla="*/ 42862 w 542925"/>
                <a:gd name="csY8" fmla="*/ 28575 h 850107"/>
                <a:gd name="csX9" fmla="*/ 64293 w 542925"/>
                <a:gd name="csY9" fmla="*/ 14288 h 850107"/>
                <a:gd name="csX10" fmla="*/ 107156 w 542925"/>
                <a:gd name="csY10" fmla="*/ 0 h 850107"/>
                <a:gd name="csX11" fmla="*/ 185737 w 542925"/>
                <a:gd name="csY11" fmla="*/ 7144 h 850107"/>
                <a:gd name="csX12" fmla="*/ 228600 w 542925"/>
                <a:gd name="csY12" fmla="*/ 28575 h 850107"/>
                <a:gd name="csX13" fmla="*/ 250031 w 542925"/>
                <a:gd name="csY13" fmla="*/ 35719 h 850107"/>
                <a:gd name="csX14" fmla="*/ 342900 w 542925"/>
                <a:gd name="csY14" fmla="*/ 50007 h 850107"/>
                <a:gd name="csX15" fmla="*/ 442912 w 542925"/>
                <a:gd name="csY15" fmla="*/ 42863 h 850107"/>
                <a:gd name="csX16" fmla="*/ 464343 w 542925"/>
                <a:gd name="csY16" fmla="*/ 35719 h 850107"/>
                <a:gd name="csX17" fmla="*/ 507206 w 542925"/>
                <a:gd name="csY17" fmla="*/ 42863 h 850107"/>
                <a:gd name="csX18" fmla="*/ 514350 w 542925"/>
                <a:gd name="csY18" fmla="*/ 500063 h 850107"/>
                <a:gd name="csX19" fmla="*/ 521493 w 542925"/>
                <a:gd name="csY19" fmla="*/ 714375 h 850107"/>
                <a:gd name="csX20" fmla="*/ 535781 w 542925"/>
                <a:gd name="csY20" fmla="*/ 764382 h 850107"/>
                <a:gd name="csX21" fmla="*/ 542925 w 542925"/>
                <a:gd name="csY21" fmla="*/ 792957 h 850107"/>
                <a:gd name="csX22" fmla="*/ 535781 w 542925"/>
                <a:gd name="csY22" fmla="*/ 821532 h 850107"/>
                <a:gd name="csX23" fmla="*/ 192881 w 542925"/>
                <a:gd name="csY23" fmla="*/ 835819 h 850107"/>
                <a:gd name="csX24" fmla="*/ 78581 w 542925"/>
                <a:gd name="csY24" fmla="*/ 850107 h 850107"/>
                <a:gd name="csX25" fmla="*/ 57150 w 542925"/>
                <a:gd name="csY25" fmla="*/ 850107 h 850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542925" h="850107">
                  <a:moveTo>
                    <a:pt x="57150" y="850107"/>
                  </a:moveTo>
                  <a:lnTo>
                    <a:pt x="57150" y="850107"/>
                  </a:lnTo>
                  <a:cubicBezTo>
                    <a:pt x="13050" y="717806"/>
                    <a:pt x="38537" y="811307"/>
                    <a:pt x="21431" y="714375"/>
                  </a:cubicBezTo>
                  <a:cubicBezTo>
                    <a:pt x="17211" y="690461"/>
                    <a:pt x="7143" y="642938"/>
                    <a:pt x="7143" y="642938"/>
                  </a:cubicBezTo>
                  <a:cubicBezTo>
                    <a:pt x="4762" y="597694"/>
                    <a:pt x="0" y="552513"/>
                    <a:pt x="0" y="507207"/>
                  </a:cubicBezTo>
                  <a:cubicBezTo>
                    <a:pt x="0" y="422533"/>
                    <a:pt x="6572" y="334897"/>
                    <a:pt x="14287" y="250032"/>
                  </a:cubicBezTo>
                  <a:cubicBezTo>
                    <a:pt x="16454" y="226199"/>
                    <a:pt x="19523" y="202449"/>
                    <a:pt x="21431" y="178594"/>
                  </a:cubicBezTo>
                  <a:cubicBezTo>
                    <a:pt x="24286" y="142910"/>
                    <a:pt x="23512" y="106876"/>
                    <a:pt x="28575" y="71438"/>
                  </a:cubicBezTo>
                  <a:cubicBezTo>
                    <a:pt x="30705" y="56529"/>
                    <a:pt x="30331" y="36929"/>
                    <a:pt x="42862" y="28575"/>
                  </a:cubicBezTo>
                  <a:cubicBezTo>
                    <a:pt x="50006" y="23813"/>
                    <a:pt x="56447" y="17775"/>
                    <a:pt x="64293" y="14288"/>
                  </a:cubicBezTo>
                  <a:cubicBezTo>
                    <a:pt x="78056" y="8171"/>
                    <a:pt x="107156" y="0"/>
                    <a:pt x="107156" y="0"/>
                  </a:cubicBezTo>
                  <a:cubicBezTo>
                    <a:pt x="133350" y="2381"/>
                    <a:pt x="159700" y="3424"/>
                    <a:pt x="185737" y="7144"/>
                  </a:cubicBezTo>
                  <a:cubicBezTo>
                    <a:pt x="210872" y="10735"/>
                    <a:pt x="205966" y="17258"/>
                    <a:pt x="228600" y="28575"/>
                  </a:cubicBezTo>
                  <a:cubicBezTo>
                    <a:pt x="235335" y="31943"/>
                    <a:pt x="242680" y="34085"/>
                    <a:pt x="250031" y="35719"/>
                  </a:cubicBezTo>
                  <a:cubicBezTo>
                    <a:pt x="267874" y="39684"/>
                    <a:pt x="326947" y="47728"/>
                    <a:pt x="342900" y="50007"/>
                  </a:cubicBezTo>
                  <a:cubicBezTo>
                    <a:pt x="376237" y="47626"/>
                    <a:pt x="409719" y="46768"/>
                    <a:pt x="442912" y="42863"/>
                  </a:cubicBezTo>
                  <a:cubicBezTo>
                    <a:pt x="450391" y="41983"/>
                    <a:pt x="456813" y="35719"/>
                    <a:pt x="464343" y="35719"/>
                  </a:cubicBezTo>
                  <a:cubicBezTo>
                    <a:pt x="478828" y="35719"/>
                    <a:pt x="492918" y="40482"/>
                    <a:pt x="507206" y="42863"/>
                  </a:cubicBezTo>
                  <a:cubicBezTo>
                    <a:pt x="509587" y="195263"/>
                    <a:pt x="511108" y="347679"/>
                    <a:pt x="514350" y="500063"/>
                  </a:cubicBezTo>
                  <a:cubicBezTo>
                    <a:pt x="515870" y="571524"/>
                    <a:pt x="517296" y="643021"/>
                    <a:pt x="521493" y="714375"/>
                  </a:cubicBezTo>
                  <a:cubicBezTo>
                    <a:pt x="522320" y="728434"/>
                    <a:pt x="531778" y="750372"/>
                    <a:pt x="535781" y="764382"/>
                  </a:cubicBezTo>
                  <a:cubicBezTo>
                    <a:pt x="538478" y="773822"/>
                    <a:pt x="540544" y="783432"/>
                    <a:pt x="542925" y="792957"/>
                  </a:cubicBezTo>
                  <a:cubicBezTo>
                    <a:pt x="540544" y="802482"/>
                    <a:pt x="545526" y="820339"/>
                    <a:pt x="535781" y="821532"/>
                  </a:cubicBezTo>
                  <a:cubicBezTo>
                    <a:pt x="422230" y="835436"/>
                    <a:pt x="192881" y="835819"/>
                    <a:pt x="192881" y="835819"/>
                  </a:cubicBezTo>
                  <a:cubicBezTo>
                    <a:pt x="72636" y="849180"/>
                    <a:pt x="180556" y="836511"/>
                    <a:pt x="78581" y="850107"/>
                  </a:cubicBezTo>
                  <a:lnTo>
                    <a:pt x="57150" y="850107"/>
                  </a:lnTo>
                  <a:close/>
                </a:path>
              </a:pathLst>
            </a:custGeom>
            <a:pattFill prst="wdDnDiag">
              <a:fgClr>
                <a:schemeClr val="accent3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69" name="Freeform 1068">
              <a:extLst>
                <a:ext uri="{FF2B5EF4-FFF2-40B4-BE49-F238E27FC236}">
                  <a16:creationId xmlns:a16="http://schemas.microsoft.com/office/drawing/2014/main" id="{707CF19D-7FEA-9426-7B8D-C2F6B6CC77CD}"/>
                </a:ext>
              </a:extLst>
            </p:cNvPr>
            <p:cNvSpPr/>
            <p:nvPr/>
          </p:nvSpPr>
          <p:spPr>
            <a:xfrm>
              <a:off x="3286125" y="4922044"/>
              <a:ext cx="555623" cy="564356"/>
            </a:xfrm>
            <a:custGeom>
              <a:avLst/>
              <a:gdLst>
                <a:gd name="csX0" fmla="*/ 0 w 555623"/>
                <a:gd name="csY0" fmla="*/ 28575 h 564356"/>
                <a:gd name="csX1" fmla="*/ 0 w 555623"/>
                <a:gd name="csY1" fmla="*/ 28575 h 564356"/>
                <a:gd name="csX2" fmla="*/ 7144 w 555623"/>
                <a:gd name="csY2" fmla="*/ 435769 h 564356"/>
                <a:gd name="csX3" fmla="*/ 28575 w 555623"/>
                <a:gd name="csY3" fmla="*/ 485775 h 564356"/>
                <a:gd name="csX4" fmla="*/ 42863 w 555623"/>
                <a:gd name="csY4" fmla="*/ 521494 h 564356"/>
                <a:gd name="csX5" fmla="*/ 64294 w 555623"/>
                <a:gd name="csY5" fmla="*/ 564356 h 564356"/>
                <a:gd name="csX6" fmla="*/ 128588 w 555623"/>
                <a:gd name="csY6" fmla="*/ 542925 h 564356"/>
                <a:gd name="csX7" fmla="*/ 157163 w 555623"/>
                <a:gd name="csY7" fmla="*/ 528637 h 564356"/>
                <a:gd name="csX8" fmla="*/ 178594 w 555623"/>
                <a:gd name="csY8" fmla="*/ 514350 h 564356"/>
                <a:gd name="csX9" fmla="*/ 228600 w 555623"/>
                <a:gd name="csY9" fmla="*/ 500062 h 564356"/>
                <a:gd name="csX10" fmla="*/ 285750 w 555623"/>
                <a:gd name="csY10" fmla="*/ 507206 h 564356"/>
                <a:gd name="csX11" fmla="*/ 328613 w 555623"/>
                <a:gd name="csY11" fmla="*/ 521494 h 564356"/>
                <a:gd name="csX12" fmla="*/ 421481 w 555623"/>
                <a:gd name="csY12" fmla="*/ 535781 h 564356"/>
                <a:gd name="csX13" fmla="*/ 492919 w 555623"/>
                <a:gd name="csY13" fmla="*/ 542925 h 564356"/>
                <a:gd name="csX14" fmla="*/ 550069 w 555623"/>
                <a:gd name="csY14" fmla="*/ 535781 h 564356"/>
                <a:gd name="csX15" fmla="*/ 542925 w 555623"/>
                <a:gd name="csY15" fmla="*/ 435769 h 564356"/>
                <a:gd name="csX16" fmla="*/ 521494 w 555623"/>
                <a:gd name="csY16" fmla="*/ 357187 h 564356"/>
                <a:gd name="csX17" fmla="*/ 514350 w 555623"/>
                <a:gd name="csY17" fmla="*/ 328612 h 564356"/>
                <a:gd name="csX18" fmla="*/ 521494 w 555623"/>
                <a:gd name="csY18" fmla="*/ 235744 h 564356"/>
                <a:gd name="csX19" fmla="*/ 507206 w 555623"/>
                <a:gd name="csY19" fmla="*/ 64294 h 564356"/>
                <a:gd name="csX20" fmla="*/ 514350 w 555623"/>
                <a:gd name="csY20" fmla="*/ 14287 h 564356"/>
                <a:gd name="csX21" fmla="*/ 407194 w 555623"/>
                <a:gd name="csY21" fmla="*/ 7144 h 564356"/>
                <a:gd name="csX22" fmla="*/ 364331 w 555623"/>
                <a:gd name="csY22" fmla="*/ 0 h 564356"/>
                <a:gd name="csX23" fmla="*/ 192881 w 555623"/>
                <a:gd name="csY23" fmla="*/ 7144 h 564356"/>
                <a:gd name="csX24" fmla="*/ 128588 w 555623"/>
                <a:gd name="csY24" fmla="*/ 21431 h 564356"/>
                <a:gd name="csX25" fmla="*/ 92869 w 555623"/>
                <a:gd name="csY25" fmla="*/ 28575 h 564356"/>
                <a:gd name="csX26" fmla="*/ 50006 w 555623"/>
                <a:gd name="csY26" fmla="*/ 42862 h 564356"/>
                <a:gd name="csX27" fmla="*/ 0 w 555623"/>
                <a:gd name="csY27" fmla="*/ 28575 h 5643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555623" h="564356">
                  <a:moveTo>
                    <a:pt x="0" y="28575"/>
                  </a:moveTo>
                  <a:lnTo>
                    <a:pt x="0" y="28575"/>
                  </a:lnTo>
                  <a:cubicBezTo>
                    <a:pt x="2381" y="164306"/>
                    <a:pt x="2695" y="300090"/>
                    <a:pt x="7144" y="435769"/>
                  </a:cubicBezTo>
                  <a:cubicBezTo>
                    <a:pt x="8187" y="467589"/>
                    <a:pt x="15998" y="460620"/>
                    <a:pt x="28575" y="485775"/>
                  </a:cubicBezTo>
                  <a:cubicBezTo>
                    <a:pt x="34310" y="497245"/>
                    <a:pt x="37128" y="510024"/>
                    <a:pt x="42863" y="521494"/>
                  </a:cubicBezTo>
                  <a:cubicBezTo>
                    <a:pt x="70559" y="576887"/>
                    <a:pt x="46337" y="510488"/>
                    <a:pt x="64294" y="564356"/>
                  </a:cubicBezTo>
                  <a:cubicBezTo>
                    <a:pt x="85725" y="557212"/>
                    <a:pt x="108383" y="553028"/>
                    <a:pt x="128588" y="542925"/>
                  </a:cubicBezTo>
                  <a:cubicBezTo>
                    <a:pt x="138113" y="538162"/>
                    <a:pt x="147917" y="533921"/>
                    <a:pt x="157163" y="528637"/>
                  </a:cubicBezTo>
                  <a:cubicBezTo>
                    <a:pt x="164617" y="524377"/>
                    <a:pt x="170915" y="518190"/>
                    <a:pt x="178594" y="514350"/>
                  </a:cubicBezTo>
                  <a:cubicBezTo>
                    <a:pt x="188844" y="509225"/>
                    <a:pt x="219443" y="502351"/>
                    <a:pt x="228600" y="500062"/>
                  </a:cubicBezTo>
                  <a:cubicBezTo>
                    <a:pt x="247650" y="502443"/>
                    <a:pt x="266978" y="503183"/>
                    <a:pt x="285750" y="507206"/>
                  </a:cubicBezTo>
                  <a:cubicBezTo>
                    <a:pt x="300476" y="510362"/>
                    <a:pt x="313757" y="519018"/>
                    <a:pt x="328613" y="521494"/>
                  </a:cubicBezTo>
                  <a:cubicBezTo>
                    <a:pt x="359604" y="526659"/>
                    <a:pt x="390243" y="532106"/>
                    <a:pt x="421481" y="535781"/>
                  </a:cubicBezTo>
                  <a:cubicBezTo>
                    <a:pt x="445249" y="538577"/>
                    <a:pt x="469106" y="540544"/>
                    <a:pt x="492919" y="542925"/>
                  </a:cubicBezTo>
                  <a:cubicBezTo>
                    <a:pt x="511969" y="540544"/>
                    <a:pt x="541950" y="553178"/>
                    <a:pt x="550069" y="535781"/>
                  </a:cubicBezTo>
                  <a:cubicBezTo>
                    <a:pt x="564203" y="505494"/>
                    <a:pt x="547441" y="468885"/>
                    <a:pt x="542925" y="435769"/>
                  </a:cubicBezTo>
                  <a:cubicBezTo>
                    <a:pt x="536281" y="387049"/>
                    <a:pt x="531216" y="391213"/>
                    <a:pt x="521494" y="357187"/>
                  </a:cubicBezTo>
                  <a:cubicBezTo>
                    <a:pt x="518797" y="347747"/>
                    <a:pt x="516731" y="338137"/>
                    <a:pt x="514350" y="328612"/>
                  </a:cubicBezTo>
                  <a:cubicBezTo>
                    <a:pt x="516731" y="297656"/>
                    <a:pt x="521494" y="266791"/>
                    <a:pt x="521494" y="235744"/>
                  </a:cubicBezTo>
                  <a:cubicBezTo>
                    <a:pt x="521494" y="140377"/>
                    <a:pt x="518726" y="133412"/>
                    <a:pt x="507206" y="64294"/>
                  </a:cubicBezTo>
                  <a:cubicBezTo>
                    <a:pt x="509587" y="47625"/>
                    <a:pt x="528970" y="22641"/>
                    <a:pt x="514350" y="14287"/>
                  </a:cubicBezTo>
                  <a:cubicBezTo>
                    <a:pt x="483269" y="-3474"/>
                    <a:pt x="442831" y="10538"/>
                    <a:pt x="407194" y="7144"/>
                  </a:cubicBezTo>
                  <a:cubicBezTo>
                    <a:pt x="392774" y="5771"/>
                    <a:pt x="378619" y="2381"/>
                    <a:pt x="364331" y="0"/>
                  </a:cubicBezTo>
                  <a:cubicBezTo>
                    <a:pt x="307181" y="2381"/>
                    <a:pt x="249945" y="3209"/>
                    <a:pt x="192881" y="7144"/>
                  </a:cubicBezTo>
                  <a:cubicBezTo>
                    <a:pt x="177254" y="8222"/>
                    <a:pt x="144911" y="17804"/>
                    <a:pt x="128588" y="21431"/>
                  </a:cubicBezTo>
                  <a:cubicBezTo>
                    <a:pt x="116735" y="24065"/>
                    <a:pt x="104583" y="25380"/>
                    <a:pt x="92869" y="28575"/>
                  </a:cubicBezTo>
                  <a:cubicBezTo>
                    <a:pt x="78339" y="32538"/>
                    <a:pt x="65066" y="42862"/>
                    <a:pt x="50006" y="42862"/>
                  </a:cubicBezTo>
                  <a:lnTo>
                    <a:pt x="0" y="28575"/>
                  </a:ln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70" name="Freeform 1069">
              <a:extLst>
                <a:ext uri="{FF2B5EF4-FFF2-40B4-BE49-F238E27FC236}">
                  <a16:creationId xmlns:a16="http://schemas.microsoft.com/office/drawing/2014/main" id="{DC6B3AC3-38F3-8A07-AFD9-D9F44A2C8A9B}"/>
                </a:ext>
              </a:extLst>
            </p:cNvPr>
            <p:cNvSpPr/>
            <p:nvPr/>
          </p:nvSpPr>
          <p:spPr>
            <a:xfrm>
              <a:off x="3878137" y="4921284"/>
              <a:ext cx="630259" cy="1015172"/>
            </a:xfrm>
            <a:custGeom>
              <a:avLst/>
              <a:gdLst>
                <a:gd name="csX0" fmla="*/ 22351 w 630259"/>
                <a:gd name="csY0" fmla="*/ 879441 h 1015172"/>
                <a:gd name="csX1" fmla="*/ 22351 w 630259"/>
                <a:gd name="csY1" fmla="*/ 879441 h 1015172"/>
                <a:gd name="csX2" fmla="*/ 22351 w 630259"/>
                <a:gd name="csY2" fmla="*/ 400810 h 1015172"/>
                <a:gd name="csX3" fmla="*/ 29494 w 630259"/>
                <a:gd name="csY3" fmla="*/ 372235 h 1015172"/>
                <a:gd name="csX4" fmla="*/ 36638 w 630259"/>
                <a:gd name="csY4" fmla="*/ 315085 h 1015172"/>
                <a:gd name="csX5" fmla="*/ 79501 w 630259"/>
                <a:gd name="csY5" fmla="*/ 7904 h 1015172"/>
                <a:gd name="csX6" fmla="*/ 100932 w 630259"/>
                <a:gd name="csY6" fmla="*/ 15047 h 1015172"/>
                <a:gd name="csX7" fmla="*/ 229519 w 630259"/>
                <a:gd name="csY7" fmla="*/ 36479 h 1015172"/>
                <a:gd name="csX8" fmla="*/ 272382 w 630259"/>
                <a:gd name="csY8" fmla="*/ 22191 h 1015172"/>
                <a:gd name="csX9" fmla="*/ 293813 w 630259"/>
                <a:gd name="csY9" fmla="*/ 15047 h 1015172"/>
                <a:gd name="csX10" fmla="*/ 486694 w 630259"/>
                <a:gd name="csY10" fmla="*/ 760 h 1015172"/>
                <a:gd name="csX11" fmla="*/ 565276 w 630259"/>
                <a:gd name="csY11" fmla="*/ 7904 h 1015172"/>
                <a:gd name="csX12" fmla="*/ 608138 w 630259"/>
                <a:gd name="csY12" fmla="*/ 22191 h 1015172"/>
                <a:gd name="csX13" fmla="*/ 622426 w 630259"/>
                <a:gd name="csY13" fmla="*/ 50766 h 1015172"/>
                <a:gd name="csX14" fmla="*/ 629569 w 630259"/>
                <a:gd name="csY14" fmla="*/ 79341 h 1015172"/>
                <a:gd name="csX15" fmla="*/ 622426 w 630259"/>
                <a:gd name="csY15" fmla="*/ 315085 h 1015172"/>
                <a:gd name="csX16" fmla="*/ 593851 w 630259"/>
                <a:gd name="csY16" fmla="*/ 329372 h 1015172"/>
                <a:gd name="csX17" fmla="*/ 522413 w 630259"/>
                <a:gd name="csY17" fmla="*/ 350804 h 1015172"/>
                <a:gd name="csX18" fmla="*/ 500982 w 630259"/>
                <a:gd name="csY18" fmla="*/ 365091 h 1015172"/>
                <a:gd name="csX19" fmla="*/ 415257 w 630259"/>
                <a:gd name="csY19" fmla="*/ 379379 h 1015172"/>
                <a:gd name="csX20" fmla="*/ 372394 w 630259"/>
                <a:gd name="csY20" fmla="*/ 400810 h 1015172"/>
                <a:gd name="csX21" fmla="*/ 365251 w 630259"/>
                <a:gd name="csY21" fmla="*/ 422241 h 1015172"/>
                <a:gd name="csX22" fmla="*/ 329532 w 630259"/>
                <a:gd name="csY22" fmla="*/ 465104 h 1015172"/>
                <a:gd name="csX23" fmla="*/ 308101 w 630259"/>
                <a:gd name="csY23" fmla="*/ 479391 h 1015172"/>
                <a:gd name="csX24" fmla="*/ 300957 w 630259"/>
                <a:gd name="csY24" fmla="*/ 715135 h 1015172"/>
                <a:gd name="csX25" fmla="*/ 293813 w 630259"/>
                <a:gd name="csY25" fmla="*/ 736566 h 1015172"/>
                <a:gd name="csX26" fmla="*/ 279526 w 630259"/>
                <a:gd name="csY26" fmla="*/ 808004 h 1015172"/>
                <a:gd name="csX27" fmla="*/ 229519 w 630259"/>
                <a:gd name="csY27" fmla="*/ 836579 h 1015172"/>
                <a:gd name="csX28" fmla="*/ 208088 w 630259"/>
                <a:gd name="csY28" fmla="*/ 850866 h 1015172"/>
                <a:gd name="csX29" fmla="*/ 179513 w 630259"/>
                <a:gd name="csY29" fmla="*/ 858010 h 1015172"/>
                <a:gd name="csX30" fmla="*/ 136651 w 630259"/>
                <a:gd name="csY30" fmla="*/ 900872 h 1015172"/>
                <a:gd name="csX31" fmla="*/ 115219 w 630259"/>
                <a:gd name="csY31" fmla="*/ 922304 h 1015172"/>
                <a:gd name="csX32" fmla="*/ 79501 w 630259"/>
                <a:gd name="csY32" fmla="*/ 958022 h 1015172"/>
                <a:gd name="csX33" fmla="*/ 43782 w 630259"/>
                <a:gd name="csY33" fmla="*/ 1000885 h 1015172"/>
                <a:gd name="csX34" fmla="*/ 22351 w 630259"/>
                <a:gd name="csY34" fmla="*/ 1015172 h 1015172"/>
                <a:gd name="csX35" fmla="*/ 919 w 630259"/>
                <a:gd name="csY35" fmla="*/ 986597 h 1015172"/>
                <a:gd name="csX36" fmla="*/ 8063 w 630259"/>
                <a:gd name="csY36" fmla="*/ 879441 h 1015172"/>
                <a:gd name="csX37" fmla="*/ 22351 w 630259"/>
                <a:gd name="csY37" fmla="*/ 879441 h 1015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630259" h="1015172">
                  <a:moveTo>
                    <a:pt x="22351" y="879441"/>
                  </a:moveTo>
                  <a:lnTo>
                    <a:pt x="22351" y="879441"/>
                  </a:lnTo>
                  <a:cubicBezTo>
                    <a:pt x="17460" y="669152"/>
                    <a:pt x="8942" y="588545"/>
                    <a:pt x="22351" y="400810"/>
                  </a:cubicBezTo>
                  <a:cubicBezTo>
                    <a:pt x="23050" y="391017"/>
                    <a:pt x="27880" y="381920"/>
                    <a:pt x="29494" y="372235"/>
                  </a:cubicBezTo>
                  <a:cubicBezTo>
                    <a:pt x="32650" y="353298"/>
                    <a:pt x="34257" y="334135"/>
                    <a:pt x="36638" y="315085"/>
                  </a:cubicBezTo>
                  <a:cubicBezTo>
                    <a:pt x="42708" y="48032"/>
                    <a:pt x="-58828" y="-26677"/>
                    <a:pt x="79501" y="7904"/>
                  </a:cubicBezTo>
                  <a:cubicBezTo>
                    <a:pt x="86806" y="9730"/>
                    <a:pt x="93788" y="12666"/>
                    <a:pt x="100932" y="15047"/>
                  </a:cubicBezTo>
                  <a:cubicBezTo>
                    <a:pt x="167652" y="59528"/>
                    <a:pt x="126682" y="45048"/>
                    <a:pt x="229519" y="36479"/>
                  </a:cubicBezTo>
                  <a:lnTo>
                    <a:pt x="272382" y="22191"/>
                  </a:lnTo>
                  <a:cubicBezTo>
                    <a:pt x="279526" y="19810"/>
                    <a:pt x="286303" y="15603"/>
                    <a:pt x="293813" y="15047"/>
                  </a:cubicBezTo>
                  <a:lnTo>
                    <a:pt x="486694" y="760"/>
                  </a:lnTo>
                  <a:cubicBezTo>
                    <a:pt x="512888" y="3141"/>
                    <a:pt x="539374" y="3333"/>
                    <a:pt x="565276" y="7904"/>
                  </a:cubicBezTo>
                  <a:cubicBezTo>
                    <a:pt x="580107" y="10521"/>
                    <a:pt x="608138" y="22191"/>
                    <a:pt x="608138" y="22191"/>
                  </a:cubicBezTo>
                  <a:cubicBezTo>
                    <a:pt x="612901" y="31716"/>
                    <a:pt x="618687" y="40795"/>
                    <a:pt x="622426" y="50766"/>
                  </a:cubicBezTo>
                  <a:cubicBezTo>
                    <a:pt x="625873" y="59959"/>
                    <a:pt x="629569" y="69523"/>
                    <a:pt x="629569" y="79341"/>
                  </a:cubicBezTo>
                  <a:cubicBezTo>
                    <a:pt x="629569" y="157958"/>
                    <a:pt x="633544" y="237258"/>
                    <a:pt x="622426" y="315085"/>
                  </a:cubicBezTo>
                  <a:cubicBezTo>
                    <a:pt x="620920" y="325627"/>
                    <a:pt x="603739" y="325417"/>
                    <a:pt x="593851" y="329372"/>
                  </a:cubicBezTo>
                  <a:cubicBezTo>
                    <a:pt x="564862" y="340968"/>
                    <a:pt x="550482" y="343786"/>
                    <a:pt x="522413" y="350804"/>
                  </a:cubicBezTo>
                  <a:cubicBezTo>
                    <a:pt x="515269" y="355566"/>
                    <a:pt x="508873" y="361709"/>
                    <a:pt x="500982" y="365091"/>
                  </a:cubicBezTo>
                  <a:cubicBezTo>
                    <a:pt x="481546" y="373421"/>
                    <a:pt x="427861" y="377803"/>
                    <a:pt x="415257" y="379379"/>
                  </a:cubicBezTo>
                  <a:cubicBezTo>
                    <a:pt x="401138" y="384085"/>
                    <a:pt x="382466" y="388220"/>
                    <a:pt x="372394" y="400810"/>
                  </a:cubicBezTo>
                  <a:cubicBezTo>
                    <a:pt x="367690" y="406690"/>
                    <a:pt x="368619" y="415506"/>
                    <a:pt x="365251" y="422241"/>
                  </a:cubicBezTo>
                  <a:cubicBezTo>
                    <a:pt x="357225" y="438293"/>
                    <a:pt x="343071" y="453821"/>
                    <a:pt x="329532" y="465104"/>
                  </a:cubicBezTo>
                  <a:cubicBezTo>
                    <a:pt x="322936" y="470600"/>
                    <a:pt x="315245" y="474629"/>
                    <a:pt x="308101" y="479391"/>
                  </a:cubicBezTo>
                  <a:cubicBezTo>
                    <a:pt x="305720" y="557972"/>
                    <a:pt x="305318" y="636639"/>
                    <a:pt x="300957" y="715135"/>
                  </a:cubicBezTo>
                  <a:cubicBezTo>
                    <a:pt x="300539" y="722654"/>
                    <a:pt x="295506" y="729229"/>
                    <a:pt x="293813" y="736566"/>
                  </a:cubicBezTo>
                  <a:cubicBezTo>
                    <a:pt x="288353" y="760228"/>
                    <a:pt x="299732" y="794534"/>
                    <a:pt x="279526" y="808004"/>
                  </a:cubicBezTo>
                  <a:cubicBezTo>
                    <a:pt x="227304" y="842816"/>
                    <a:pt x="292973" y="800320"/>
                    <a:pt x="229519" y="836579"/>
                  </a:cubicBezTo>
                  <a:cubicBezTo>
                    <a:pt x="222065" y="840839"/>
                    <a:pt x="215979" y="847484"/>
                    <a:pt x="208088" y="850866"/>
                  </a:cubicBezTo>
                  <a:cubicBezTo>
                    <a:pt x="199064" y="854734"/>
                    <a:pt x="189038" y="855629"/>
                    <a:pt x="179513" y="858010"/>
                  </a:cubicBezTo>
                  <a:lnTo>
                    <a:pt x="136651" y="900872"/>
                  </a:lnTo>
                  <a:cubicBezTo>
                    <a:pt x="129507" y="908016"/>
                    <a:pt x="120823" y="913898"/>
                    <a:pt x="115219" y="922304"/>
                  </a:cubicBezTo>
                  <a:cubicBezTo>
                    <a:pt x="96170" y="950879"/>
                    <a:pt x="108076" y="938973"/>
                    <a:pt x="79501" y="958022"/>
                  </a:cubicBezTo>
                  <a:cubicBezTo>
                    <a:pt x="65453" y="979095"/>
                    <a:pt x="64408" y="983696"/>
                    <a:pt x="43782" y="1000885"/>
                  </a:cubicBezTo>
                  <a:cubicBezTo>
                    <a:pt x="37186" y="1006381"/>
                    <a:pt x="29495" y="1010410"/>
                    <a:pt x="22351" y="1015172"/>
                  </a:cubicBezTo>
                  <a:cubicBezTo>
                    <a:pt x="15207" y="1005647"/>
                    <a:pt x="2165" y="998438"/>
                    <a:pt x="919" y="986597"/>
                  </a:cubicBezTo>
                  <a:cubicBezTo>
                    <a:pt x="-2829" y="950996"/>
                    <a:pt x="5961" y="915177"/>
                    <a:pt x="8063" y="879441"/>
                  </a:cubicBezTo>
                  <a:cubicBezTo>
                    <a:pt x="8343" y="874687"/>
                    <a:pt x="19970" y="879441"/>
                    <a:pt x="22351" y="879441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71" name="Freeform 1070">
              <a:extLst>
                <a:ext uri="{FF2B5EF4-FFF2-40B4-BE49-F238E27FC236}">
                  <a16:creationId xmlns:a16="http://schemas.microsoft.com/office/drawing/2014/main" id="{2A39C853-630E-CE1A-373B-56A0110AC88D}"/>
                </a:ext>
              </a:extLst>
            </p:cNvPr>
            <p:cNvSpPr/>
            <p:nvPr/>
          </p:nvSpPr>
          <p:spPr>
            <a:xfrm>
              <a:off x="3891202" y="5600700"/>
              <a:ext cx="919319" cy="728663"/>
            </a:xfrm>
            <a:custGeom>
              <a:avLst/>
              <a:gdLst>
                <a:gd name="csX0" fmla="*/ 2142 w 919319"/>
                <a:gd name="csY0" fmla="*/ 407194 h 728663"/>
                <a:gd name="csX1" fmla="*/ 2142 w 919319"/>
                <a:gd name="csY1" fmla="*/ 407194 h 728663"/>
                <a:gd name="csX2" fmla="*/ 9286 w 919319"/>
                <a:gd name="csY2" fmla="*/ 550069 h 728663"/>
                <a:gd name="csX3" fmla="*/ 16429 w 919319"/>
                <a:gd name="csY3" fmla="*/ 585788 h 728663"/>
                <a:gd name="csX4" fmla="*/ 23573 w 919319"/>
                <a:gd name="csY4" fmla="*/ 700088 h 728663"/>
                <a:gd name="csX5" fmla="*/ 45004 w 919319"/>
                <a:gd name="csY5" fmla="*/ 714375 h 728663"/>
                <a:gd name="csX6" fmla="*/ 87867 w 919319"/>
                <a:gd name="csY6" fmla="*/ 728663 h 728663"/>
                <a:gd name="csX7" fmla="*/ 202167 w 919319"/>
                <a:gd name="csY7" fmla="*/ 721519 h 728663"/>
                <a:gd name="csX8" fmla="*/ 373617 w 919319"/>
                <a:gd name="csY8" fmla="*/ 714375 h 728663"/>
                <a:gd name="csX9" fmla="*/ 395048 w 919319"/>
                <a:gd name="csY9" fmla="*/ 707231 h 728663"/>
                <a:gd name="csX10" fmla="*/ 459342 w 919319"/>
                <a:gd name="csY10" fmla="*/ 692944 h 728663"/>
                <a:gd name="csX11" fmla="*/ 523636 w 919319"/>
                <a:gd name="csY11" fmla="*/ 685800 h 728663"/>
                <a:gd name="csX12" fmla="*/ 566498 w 919319"/>
                <a:gd name="csY12" fmla="*/ 678656 h 728663"/>
                <a:gd name="csX13" fmla="*/ 616504 w 919319"/>
                <a:gd name="csY13" fmla="*/ 671513 h 728663"/>
                <a:gd name="csX14" fmla="*/ 702229 w 919319"/>
                <a:gd name="csY14" fmla="*/ 657225 h 728663"/>
                <a:gd name="csX15" fmla="*/ 887967 w 919319"/>
                <a:gd name="csY15" fmla="*/ 664369 h 728663"/>
                <a:gd name="csX16" fmla="*/ 916542 w 919319"/>
                <a:gd name="csY16" fmla="*/ 657225 h 728663"/>
                <a:gd name="csX17" fmla="*/ 909398 w 919319"/>
                <a:gd name="csY17" fmla="*/ 257175 h 728663"/>
                <a:gd name="csX18" fmla="*/ 895111 w 919319"/>
                <a:gd name="csY18" fmla="*/ 214313 h 728663"/>
                <a:gd name="csX19" fmla="*/ 887967 w 919319"/>
                <a:gd name="csY19" fmla="*/ 164306 h 728663"/>
                <a:gd name="csX20" fmla="*/ 880823 w 919319"/>
                <a:gd name="csY20" fmla="*/ 142875 h 728663"/>
                <a:gd name="csX21" fmla="*/ 895111 w 919319"/>
                <a:gd name="csY21" fmla="*/ 92869 h 728663"/>
                <a:gd name="csX22" fmla="*/ 887967 w 919319"/>
                <a:gd name="csY22" fmla="*/ 57150 h 728663"/>
                <a:gd name="csX23" fmla="*/ 880823 w 919319"/>
                <a:gd name="csY23" fmla="*/ 35719 h 728663"/>
                <a:gd name="csX24" fmla="*/ 809386 w 919319"/>
                <a:gd name="csY24" fmla="*/ 0 h 728663"/>
                <a:gd name="csX25" fmla="*/ 623648 w 919319"/>
                <a:gd name="csY25" fmla="*/ 7144 h 728663"/>
                <a:gd name="csX26" fmla="*/ 566498 w 919319"/>
                <a:gd name="csY26" fmla="*/ 14288 h 728663"/>
                <a:gd name="csX27" fmla="*/ 452198 w 919319"/>
                <a:gd name="csY27" fmla="*/ 21431 h 728663"/>
                <a:gd name="csX28" fmla="*/ 373617 w 919319"/>
                <a:gd name="csY28" fmla="*/ 35719 h 728663"/>
                <a:gd name="csX29" fmla="*/ 316467 w 919319"/>
                <a:gd name="csY29" fmla="*/ 50006 h 728663"/>
                <a:gd name="csX30" fmla="*/ 295036 w 919319"/>
                <a:gd name="csY30" fmla="*/ 64294 h 728663"/>
                <a:gd name="csX31" fmla="*/ 287892 w 919319"/>
                <a:gd name="csY31" fmla="*/ 85725 h 728663"/>
                <a:gd name="csX32" fmla="*/ 280748 w 919319"/>
                <a:gd name="csY32" fmla="*/ 178594 h 728663"/>
                <a:gd name="csX33" fmla="*/ 245029 w 919319"/>
                <a:gd name="csY33" fmla="*/ 214313 h 728663"/>
                <a:gd name="csX34" fmla="*/ 202167 w 919319"/>
                <a:gd name="csY34" fmla="*/ 257175 h 728663"/>
                <a:gd name="csX35" fmla="*/ 173592 w 919319"/>
                <a:gd name="csY35" fmla="*/ 300038 h 728663"/>
                <a:gd name="csX36" fmla="*/ 152161 w 919319"/>
                <a:gd name="csY36" fmla="*/ 314325 h 728663"/>
                <a:gd name="csX37" fmla="*/ 123586 w 919319"/>
                <a:gd name="csY37" fmla="*/ 342900 h 728663"/>
                <a:gd name="csX38" fmla="*/ 95011 w 919319"/>
                <a:gd name="csY38" fmla="*/ 357188 h 728663"/>
                <a:gd name="csX39" fmla="*/ 52148 w 919319"/>
                <a:gd name="csY39" fmla="*/ 378619 h 728663"/>
                <a:gd name="csX40" fmla="*/ 30717 w 919319"/>
                <a:gd name="csY40" fmla="*/ 400050 h 728663"/>
                <a:gd name="csX41" fmla="*/ 2142 w 919319"/>
                <a:gd name="csY41" fmla="*/ 407194 h 728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919319" h="728663">
                  <a:moveTo>
                    <a:pt x="2142" y="407194"/>
                  </a:moveTo>
                  <a:lnTo>
                    <a:pt x="2142" y="407194"/>
                  </a:lnTo>
                  <a:cubicBezTo>
                    <a:pt x="4523" y="454819"/>
                    <a:pt x="5484" y="502536"/>
                    <a:pt x="9286" y="550069"/>
                  </a:cubicBezTo>
                  <a:cubicBezTo>
                    <a:pt x="10254" y="562172"/>
                    <a:pt x="15278" y="573701"/>
                    <a:pt x="16429" y="585788"/>
                  </a:cubicBezTo>
                  <a:cubicBezTo>
                    <a:pt x="20048" y="623790"/>
                    <a:pt x="15292" y="662823"/>
                    <a:pt x="23573" y="700088"/>
                  </a:cubicBezTo>
                  <a:cubicBezTo>
                    <a:pt x="25435" y="708469"/>
                    <a:pt x="37158" y="710888"/>
                    <a:pt x="45004" y="714375"/>
                  </a:cubicBezTo>
                  <a:cubicBezTo>
                    <a:pt x="58767" y="720492"/>
                    <a:pt x="87867" y="728663"/>
                    <a:pt x="87867" y="728663"/>
                  </a:cubicBezTo>
                  <a:lnTo>
                    <a:pt x="202167" y="721519"/>
                  </a:lnTo>
                  <a:cubicBezTo>
                    <a:pt x="259295" y="718662"/>
                    <a:pt x="316574" y="718601"/>
                    <a:pt x="373617" y="714375"/>
                  </a:cubicBezTo>
                  <a:cubicBezTo>
                    <a:pt x="381127" y="713819"/>
                    <a:pt x="387808" y="709300"/>
                    <a:pt x="395048" y="707231"/>
                  </a:cubicBezTo>
                  <a:cubicBezTo>
                    <a:pt x="410640" y="702776"/>
                    <a:pt x="444620" y="695047"/>
                    <a:pt x="459342" y="692944"/>
                  </a:cubicBezTo>
                  <a:cubicBezTo>
                    <a:pt x="480688" y="689894"/>
                    <a:pt x="502262" y="688650"/>
                    <a:pt x="523636" y="685800"/>
                  </a:cubicBezTo>
                  <a:cubicBezTo>
                    <a:pt x="537993" y="683886"/>
                    <a:pt x="552182" y="680858"/>
                    <a:pt x="566498" y="678656"/>
                  </a:cubicBezTo>
                  <a:cubicBezTo>
                    <a:pt x="583140" y="676096"/>
                    <a:pt x="599895" y="674281"/>
                    <a:pt x="616504" y="671513"/>
                  </a:cubicBezTo>
                  <a:cubicBezTo>
                    <a:pt x="741916" y="650612"/>
                    <a:pt x="538718" y="680585"/>
                    <a:pt x="702229" y="657225"/>
                  </a:cubicBezTo>
                  <a:cubicBezTo>
                    <a:pt x="764142" y="659606"/>
                    <a:pt x="826009" y="664369"/>
                    <a:pt x="887967" y="664369"/>
                  </a:cubicBezTo>
                  <a:cubicBezTo>
                    <a:pt x="897785" y="664369"/>
                    <a:pt x="916026" y="667030"/>
                    <a:pt x="916542" y="657225"/>
                  </a:cubicBezTo>
                  <a:cubicBezTo>
                    <a:pt x="923552" y="524038"/>
                    <a:pt x="915844" y="390390"/>
                    <a:pt x="909398" y="257175"/>
                  </a:cubicBezTo>
                  <a:cubicBezTo>
                    <a:pt x="908670" y="242132"/>
                    <a:pt x="895111" y="214313"/>
                    <a:pt x="895111" y="214313"/>
                  </a:cubicBezTo>
                  <a:cubicBezTo>
                    <a:pt x="892730" y="197644"/>
                    <a:pt x="891269" y="180817"/>
                    <a:pt x="887967" y="164306"/>
                  </a:cubicBezTo>
                  <a:cubicBezTo>
                    <a:pt x="886490" y="156922"/>
                    <a:pt x="880823" y="150405"/>
                    <a:pt x="880823" y="142875"/>
                  </a:cubicBezTo>
                  <a:cubicBezTo>
                    <a:pt x="880823" y="133905"/>
                    <a:pt x="891742" y="102976"/>
                    <a:pt x="895111" y="92869"/>
                  </a:cubicBezTo>
                  <a:cubicBezTo>
                    <a:pt x="892730" y="80963"/>
                    <a:pt x="890912" y="68930"/>
                    <a:pt x="887967" y="57150"/>
                  </a:cubicBezTo>
                  <a:cubicBezTo>
                    <a:pt x="886141" y="49845"/>
                    <a:pt x="886148" y="41044"/>
                    <a:pt x="880823" y="35719"/>
                  </a:cubicBezTo>
                  <a:cubicBezTo>
                    <a:pt x="852472" y="7368"/>
                    <a:pt x="841652" y="8067"/>
                    <a:pt x="809386" y="0"/>
                  </a:cubicBezTo>
                  <a:cubicBezTo>
                    <a:pt x="747473" y="2381"/>
                    <a:pt x="685500" y="3506"/>
                    <a:pt x="623648" y="7144"/>
                  </a:cubicBezTo>
                  <a:cubicBezTo>
                    <a:pt x="604483" y="8271"/>
                    <a:pt x="585630" y="12694"/>
                    <a:pt x="566498" y="14288"/>
                  </a:cubicBezTo>
                  <a:cubicBezTo>
                    <a:pt x="528456" y="17458"/>
                    <a:pt x="490298" y="19050"/>
                    <a:pt x="452198" y="21431"/>
                  </a:cubicBezTo>
                  <a:cubicBezTo>
                    <a:pt x="367501" y="42606"/>
                    <a:pt x="501577" y="10127"/>
                    <a:pt x="373617" y="35719"/>
                  </a:cubicBezTo>
                  <a:cubicBezTo>
                    <a:pt x="354362" y="39570"/>
                    <a:pt x="316467" y="50006"/>
                    <a:pt x="316467" y="50006"/>
                  </a:cubicBezTo>
                  <a:cubicBezTo>
                    <a:pt x="309323" y="54769"/>
                    <a:pt x="300399" y="57590"/>
                    <a:pt x="295036" y="64294"/>
                  </a:cubicBezTo>
                  <a:cubicBezTo>
                    <a:pt x="290332" y="70174"/>
                    <a:pt x="288826" y="78253"/>
                    <a:pt x="287892" y="85725"/>
                  </a:cubicBezTo>
                  <a:cubicBezTo>
                    <a:pt x="284041" y="116533"/>
                    <a:pt x="286470" y="148078"/>
                    <a:pt x="280748" y="178594"/>
                  </a:cubicBezTo>
                  <a:cubicBezTo>
                    <a:pt x="276700" y="200184"/>
                    <a:pt x="258602" y="202248"/>
                    <a:pt x="245029" y="214313"/>
                  </a:cubicBezTo>
                  <a:cubicBezTo>
                    <a:pt x="229927" y="227737"/>
                    <a:pt x="213375" y="240363"/>
                    <a:pt x="202167" y="257175"/>
                  </a:cubicBezTo>
                  <a:cubicBezTo>
                    <a:pt x="192642" y="271463"/>
                    <a:pt x="187880" y="290513"/>
                    <a:pt x="173592" y="300038"/>
                  </a:cubicBezTo>
                  <a:cubicBezTo>
                    <a:pt x="166448" y="304800"/>
                    <a:pt x="158680" y="308738"/>
                    <a:pt x="152161" y="314325"/>
                  </a:cubicBezTo>
                  <a:cubicBezTo>
                    <a:pt x="141933" y="323091"/>
                    <a:pt x="134362" y="334818"/>
                    <a:pt x="123586" y="342900"/>
                  </a:cubicBezTo>
                  <a:cubicBezTo>
                    <a:pt x="115067" y="349290"/>
                    <a:pt x="104257" y="351905"/>
                    <a:pt x="95011" y="357188"/>
                  </a:cubicBezTo>
                  <a:cubicBezTo>
                    <a:pt x="56238" y="379344"/>
                    <a:pt x="91438" y="365522"/>
                    <a:pt x="52148" y="378619"/>
                  </a:cubicBezTo>
                  <a:cubicBezTo>
                    <a:pt x="45004" y="385763"/>
                    <a:pt x="38478" y="393582"/>
                    <a:pt x="30717" y="400050"/>
                  </a:cubicBezTo>
                  <a:cubicBezTo>
                    <a:pt x="-17769" y="440456"/>
                    <a:pt x="6904" y="406003"/>
                    <a:pt x="2142" y="407194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72" name="Freeform 1071">
              <a:extLst>
                <a:ext uri="{FF2B5EF4-FFF2-40B4-BE49-F238E27FC236}">
                  <a16:creationId xmlns:a16="http://schemas.microsoft.com/office/drawing/2014/main" id="{2102CE67-CC0C-5C41-7FC7-2CF00B389ED7}"/>
                </a:ext>
              </a:extLst>
            </p:cNvPr>
            <p:cNvSpPr/>
            <p:nvPr/>
          </p:nvSpPr>
          <p:spPr>
            <a:xfrm>
              <a:off x="4214278" y="4964906"/>
              <a:ext cx="642739" cy="651293"/>
            </a:xfrm>
            <a:custGeom>
              <a:avLst/>
              <a:gdLst>
                <a:gd name="csX0" fmla="*/ 535 w 642739"/>
                <a:gd name="csY0" fmla="*/ 621507 h 651293"/>
                <a:gd name="csX1" fmla="*/ 535 w 642739"/>
                <a:gd name="csY1" fmla="*/ 621507 h 651293"/>
                <a:gd name="csX2" fmla="*/ 14822 w 642739"/>
                <a:gd name="csY2" fmla="*/ 471488 h 651293"/>
                <a:gd name="csX3" fmla="*/ 50541 w 642739"/>
                <a:gd name="csY3" fmla="*/ 428625 h 651293"/>
                <a:gd name="csX4" fmla="*/ 86260 w 642739"/>
                <a:gd name="csY4" fmla="*/ 421482 h 651293"/>
                <a:gd name="csX5" fmla="*/ 164841 w 642739"/>
                <a:gd name="csY5" fmla="*/ 407194 h 651293"/>
                <a:gd name="csX6" fmla="*/ 207703 w 642739"/>
                <a:gd name="csY6" fmla="*/ 392907 h 651293"/>
                <a:gd name="csX7" fmla="*/ 250566 w 642739"/>
                <a:gd name="csY7" fmla="*/ 378619 h 651293"/>
                <a:gd name="csX8" fmla="*/ 271997 w 642739"/>
                <a:gd name="csY8" fmla="*/ 371475 h 651293"/>
                <a:gd name="csX9" fmla="*/ 336291 w 642739"/>
                <a:gd name="csY9" fmla="*/ 357188 h 651293"/>
                <a:gd name="csX10" fmla="*/ 357722 w 642739"/>
                <a:gd name="csY10" fmla="*/ 350044 h 651293"/>
                <a:gd name="csX11" fmla="*/ 379153 w 642739"/>
                <a:gd name="csY11" fmla="*/ 300038 h 651293"/>
                <a:gd name="csX12" fmla="*/ 400585 w 642739"/>
                <a:gd name="csY12" fmla="*/ 85725 h 651293"/>
                <a:gd name="csX13" fmla="*/ 422016 w 642739"/>
                <a:gd name="csY13" fmla="*/ 71438 h 651293"/>
                <a:gd name="csX14" fmla="*/ 429160 w 642739"/>
                <a:gd name="csY14" fmla="*/ 50007 h 651293"/>
                <a:gd name="csX15" fmla="*/ 436303 w 642739"/>
                <a:gd name="csY15" fmla="*/ 21432 h 651293"/>
                <a:gd name="csX16" fmla="*/ 486310 w 642739"/>
                <a:gd name="csY16" fmla="*/ 0 h 651293"/>
                <a:gd name="csX17" fmla="*/ 593466 w 642739"/>
                <a:gd name="csY17" fmla="*/ 7144 h 651293"/>
                <a:gd name="csX18" fmla="*/ 614897 w 642739"/>
                <a:gd name="csY18" fmla="*/ 14288 h 651293"/>
                <a:gd name="csX19" fmla="*/ 629185 w 642739"/>
                <a:gd name="csY19" fmla="*/ 35719 h 651293"/>
                <a:gd name="csX20" fmla="*/ 629185 w 642739"/>
                <a:gd name="csY20" fmla="*/ 271463 h 651293"/>
                <a:gd name="csX21" fmla="*/ 622041 w 642739"/>
                <a:gd name="csY21" fmla="*/ 300038 h 651293"/>
                <a:gd name="csX22" fmla="*/ 607753 w 642739"/>
                <a:gd name="csY22" fmla="*/ 364332 h 651293"/>
                <a:gd name="csX23" fmla="*/ 586322 w 642739"/>
                <a:gd name="csY23" fmla="*/ 428625 h 651293"/>
                <a:gd name="csX24" fmla="*/ 579178 w 642739"/>
                <a:gd name="csY24" fmla="*/ 450057 h 651293"/>
                <a:gd name="csX25" fmla="*/ 572035 w 642739"/>
                <a:gd name="csY25" fmla="*/ 478632 h 651293"/>
                <a:gd name="csX26" fmla="*/ 564891 w 642739"/>
                <a:gd name="csY26" fmla="*/ 514350 h 651293"/>
                <a:gd name="csX27" fmla="*/ 557747 w 642739"/>
                <a:gd name="csY27" fmla="*/ 535782 h 651293"/>
                <a:gd name="csX28" fmla="*/ 464878 w 642739"/>
                <a:gd name="csY28" fmla="*/ 578644 h 651293"/>
                <a:gd name="csX29" fmla="*/ 393441 w 642739"/>
                <a:gd name="csY29" fmla="*/ 592932 h 651293"/>
                <a:gd name="csX30" fmla="*/ 364866 w 642739"/>
                <a:gd name="csY30" fmla="*/ 600075 h 651293"/>
                <a:gd name="csX31" fmla="*/ 314860 w 642739"/>
                <a:gd name="csY31" fmla="*/ 614363 h 651293"/>
                <a:gd name="csX32" fmla="*/ 186272 w 642739"/>
                <a:gd name="csY32" fmla="*/ 621507 h 651293"/>
                <a:gd name="csX33" fmla="*/ 100547 w 642739"/>
                <a:gd name="csY33" fmla="*/ 635794 h 651293"/>
                <a:gd name="csX34" fmla="*/ 71972 w 642739"/>
                <a:gd name="csY34" fmla="*/ 642938 h 651293"/>
                <a:gd name="csX35" fmla="*/ 29110 w 642739"/>
                <a:gd name="csY35" fmla="*/ 650082 h 651293"/>
                <a:gd name="csX36" fmla="*/ 535 w 642739"/>
                <a:gd name="csY36" fmla="*/ 621507 h 6512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642739" h="651293">
                  <a:moveTo>
                    <a:pt x="535" y="621507"/>
                  </a:moveTo>
                  <a:lnTo>
                    <a:pt x="535" y="621507"/>
                  </a:lnTo>
                  <a:cubicBezTo>
                    <a:pt x="714" y="618279"/>
                    <a:pt x="-4603" y="510336"/>
                    <a:pt x="14822" y="471488"/>
                  </a:cubicBezTo>
                  <a:cubicBezTo>
                    <a:pt x="20292" y="460549"/>
                    <a:pt x="40010" y="433890"/>
                    <a:pt x="50541" y="428625"/>
                  </a:cubicBezTo>
                  <a:cubicBezTo>
                    <a:pt x="61401" y="423195"/>
                    <a:pt x="74314" y="423654"/>
                    <a:pt x="86260" y="421482"/>
                  </a:cubicBezTo>
                  <a:cubicBezTo>
                    <a:pt x="102595" y="418512"/>
                    <a:pt x="147196" y="412006"/>
                    <a:pt x="164841" y="407194"/>
                  </a:cubicBezTo>
                  <a:cubicBezTo>
                    <a:pt x="179370" y="403231"/>
                    <a:pt x="193416" y="397669"/>
                    <a:pt x="207703" y="392907"/>
                  </a:cubicBezTo>
                  <a:lnTo>
                    <a:pt x="250566" y="378619"/>
                  </a:lnTo>
                  <a:cubicBezTo>
                    <a:pt x="257710" y="376238"/>
                    <a:pt x="264613" y="372952"/>
                    <a:pt x="271997" y="371475"/>
                  </a:cubicBezTo>
                  <a:cubicBezTo>
                    <a:pt x="296556" y="366564"/>
                    <a:pt x="312745" y="363916"/>
                    <a:pt x="336291" y="357188"/>
                  </a:cubicBezTo>
                  <a:cubicBezTo>
                    <a:pt x="343531" y="355119"/>
                    <a:pt x="350578" y="352425"/>
                    <a:pt x="357722" y="350044"/>
                  </a:cubicBezTo>
                  <a:cubicBezTo>
                    <a:pt x="370830" y="330383"/>
                    <a:pt x="377505" y="325577"/>
                    <a:pt x="379153" y="300038"/>
                  </a:cubicBezTo>
                  <a:cubicBezTo>
                    <a:pt x="379619" y="292816"/>
                    <a:pt x="351542" y="134768"/>
                    <a:pt x="400585" y="85725"/>
                  </a:cubicBezTo>
                  <a:cubicBezTo>
                    <a:pt x="406656" y="79654"/>
                    <a:pt x="414872" y="76200"/>
                    <a:pt x="422016" y="71438"/>
                  </a:cubicBezTo>
                  <a:cubicBezTo>
                    <a:pt x="424397" y="64294"/>
                    <a:pt x="427091" y="57247"/>
                    <a:pt x="429160" y="50007"/>
                  </a:cubicBezTo>
                  <a:cubicBezTo>
                    <a:pt x="431857" y="40567"/>
                    <a:pt x="430857" y="29601"/>
                    <a:pt x="436303" y="21432"/>
                  </a:cubicBezTo>
                  <a:cubicBezTo>
                    <a:pt x="446170" y="6632"/>
                    <a:pt x="471972" y="3585"/>
                    <a:pt x="486310" y="0"/>
                  </a:cubicBezTo>
                  <a:cubicBezTo>
                    <a:pt x="522029" y="2381"/>
                    <a:pt x="557887" y="3191"/>
                    <a:pt x="593466" y="7144"/>
                  </a:cubicBezTo>
                  <a:cubicBezTo>
                    <a:pt x="600950" y="7976"/>
                    <a:pt x="609017" y="9584"/>
                    <a:pt x="614897" y="14288"/>
                  </a:cubicBezTo>
                  <a:cubicBezTo>
                    <a:pt x="621601" y="19651"/>
                    <a:pt x="624422" y="28575"/>
                    <a:pt x="629185" y="35719"/>
                  </a:cubicBezTo>
                  <a:cubicBezTo>
                    <a:pt x="652437" y="128735"/>
                    <a:pt x="641229" y="72734"/>
                    <a:pt x="629185" y="271463"/>
                  </a:cubicBezTo>
                  <a:cubicBezTo>
                    <a:pt x="628591" y="281263"/>
                    <a:pt x="624171" y="290454"/>
                    <a:pt x="622041" y="300038"/>
                  </a:cubicBezTo>
                  <a:cubicBezTo>
                    <a:pt x="616213" y="326263"/>
                    <a:pt x="615221" y="339439"/>
                    <a:pt x="607753" y="364332"/>
                  </a:cubicBezTo>
                  <a:cubicBezTo>
                    <a:pt x="607741" y="364372"/>
                    <a:pt x="589900" y="417890"/>
                    <a:pt x="586322" y="428625"/>
                  </a:cubicBezTo>
                  <a:cubicBezTo>
                    <a:pt x="583941" y="435769"/>
                    <a:pt x="581004" y="442751"/>
                    <a:pt x="579178" y="450057"/>
                  </a:cubicBezTo>
                  <a:cubicBezTo>
                    <a:pt x="576797" y="459582"/>
                    <a:pt x="574165" y="469048"/>
                    <a:pt x="572035" y="478632"/>
                  </a:cubicBezTo>
                  <a:cubicBezTo>
                    <a:pt x="569401" y="490485"/>
                    <a:pt x="567836" y="502571"/>
                    <a:pt x="564891" y="514350"/>
                  </a:cubicBezTo>
                  <a:cubicBezTo>
                    <a:pt x="563065" y="521656"/>
                    <a:pt x="563691" y="531159"/>
                    <a:pt x="557747" y="535782"/>
                  </a:cubicBezTo>
                  <a:cubicBezTo>
                    <a:pt x="550462" y="541448"/>
                    <a:pt x="483444" y="573693"/>
                    <a:pt x="464878" y="578644"/>
                  </a:cubicBezTo>
                  <a:cubicBezTo>
                    <a:pt x="441414" y="584901"/>
                    <a:pt x="417000" y="587043"/>
                    <a:pt x="393441" y="592932"/>
                  </a:cubicBezTo>
                  <a:cubicBezTo>
                    <a:pt x="383916" y="595313"/>
                    <a:pt x="374306" y="597378"/>
                    <a:pt x="364866" y="600075"/>
                  </a:cubicBezTo>
                  <a:cubicBezTo>
                    <a:pt x="349077" y="604586"/>
                    <a:pt x="331240" y="612874"/>
                    <a:pt x="314860" y="614363"/>
                  </a:cubicBezTo>
                  <a:cubicBezTo>
                    <a:pt x="272108" y="618250"/>
                    <a:pt x="229135" y="619126"/>
                    <a:pt x="186272" y="621507"/>
                  </a:cubicBezTo>
                  <a:cubicBezTo>
                    <a:pt x="157697" y="626269"/>
                    <a:pt x="128651" y="628768"/>
                    <a:pt x="100547" y="635794"/>
                  </a:cubicBezTo>
                  <a:cubicBezTo>
                    <a:pt x="91022" y="638175"/>
                    <a:pt x="81599" y="641012"/>
                    <a:pt x="71972" y="642938"/>
                  </a:cubicBezTo>
                  <a:cubicBezTo>
                    <a:pt x="57769" y="645779"/>
                    <a:pt x="43313" y="647241"/>
                    <a:pt x="29110" y="650082"/>
                  </a:cubicBezTo>
                  <a:cubicBezTo>
                    <a:pt x="-9494" y="657803"/>
                    <a:pt x="5297" y="626269"/>
                    <a:pt x="535" y="621507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</p:grpSp>
      <p:grpSp>
        <p:nvGrpSpPr>
          <p:cNvPr id="1073" name="Group 1072">
            <a:extLst>
              <a:ext uri="{FF2B5EF4-FFF2-40B4-BE49-F238E27FC236}">
                <a16:creationId xmlns:a16="http://schemas.microsoft.com/office/drawing/2014/main" id="{5B88ADFD-DDA5-3D38-53D9-1911F65FFD1E}"/>
              </a:ext>
            </a:extLst>
          </p:cNvPr>
          <p:cNvGrpSpPr/>
          <p:nvPr/>
        </p:nvGrpSpPr>
        <p:grpSpPr>
          <a:xfrm>
            <a:off x="14972433" y="5090036"/>
            <a:ext cx="2821070" cy="1386292"/>
            <a:chOff x="1243013" y="4911732"/>
            <a:chExt cx="3617325" cy="1513737"/>
          </a:xfrm>
        </p:grpSpPr>
        <p:pic>
          <p:nvPicPr>
            <p:cNvPr id="1074" name="Picture 1073" descr="A aerial view of a river&#10;&#10;AI-generated content may be incorrect.">
              <a:extLst>
                <a:ext uri="{FF2B5EF4-FFF2-40B4-BE49-F238E27FC236}">
                  <a16:creationId xmlns:a16="http://schemas.microsoft.com/office/drawing/2014/main" id="{E8D0E9EB-4184-52E4-76FA-99639BE71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67000"/>
            </a:blip>
            <a:stretch>
              <a:fillRect/>
            </a:stretch>
          </p:blipFill>
          <p:spPr>
            <a:xfrm>
              <a:off x="1258062" y="4911732"/>
              <a:ext cx="3602276" cy="1495860"/>
            </a:xfrm>
            <a:prstGeom prst="rect">
              <a:avLst/>
            </a:prstGeom>
          </p:spPr>
        </p:pic>
        <p:sp>
          <p:nvSpPr>
            <p:cNvPr id="1075" name="Freeform 1074">
              <a:extLst>
                <a:ext uri="{FF2B5EF4-FFF2-40B4-BE49-F238E27FC236}">
                  <a16:creationId xmlns:a16="http://schemas.microsoft.com/office/drawing/2014/main" id="{67EAF0B3-1983-B262-3318-973B2FC597A1}"/>
                </a:ext>
              </a:extLst>
            </p:cNvPr>
            <p:cNvSpPr/>
            <p:nvPr/>
          </p:nvSpPr>
          <p:spPr>
            <a:xfrm>
              <a:off x="1243013" y="4922044"/>
              <a:ext cx="878681" cy="678656"/>
            </a:xfrm>
            <a:custGeom>
              <a:avLst/>
              <a:gdLst>
                <a:gd name="csX0" fmla="*/ 42862 w 878681"/>
                <a:gd name="csY0" fmla="*/ 585787 h 678656"/>
                <a:gd name="csX1" fmla="*/ 42862 w 878681"/>
                <a:gd name="csY1" fmla="*/ 585787 h 678656"/>
                <a:gd name="csX2" fmla="*/ 121443 w 878681"/>
                <a:gd name="csY2" fmla="*/ 592931 h 678656"/>
                <a:gd name="csX3" fmla="*/ 235743 w 878681"/>
                <a:gd name="csY3" fmla="*/ 614362 h 678656"/>
                <a:gd name="csX4" fmla="*/ 264318 w 878681"/>
                <a:gd name="csY4" fmla="*/ 628650 h 678656"/>
                <a:gd name="csX5" fmla="*/ 292893 w 878681"/>
                <a:gd name="csY5" fmla="*/ 635794 h 678656"/>
                <a:gd name="csX6" fmla="*/ 335756 w 878681"/>
                <a:gd name="csY6" fmla="*/ 650081 h 678656"/>
                <a:gd name="csX7" fmla="*/ 385762 w 878681"/>
                <a:gd name="csY7" fmla="*/ 664369 h 678656"/>
                <a:gd name="csX8" fmla="*/ 500062 w 878681"/>
                <a:gd name="csY8" fmla="*/ 671512 h 678656"/>
                <a:gd name="csX9" fmla="*/ 578643 w 878681"/>
                <a:gd name="csY9" fmla="*/ 678656 h 678656"/>
                <a:gd name="csX10" fmla="*/ 664368 w 878681"/>
                <a:gd name="csY10" fmla="*/ 671512 h 678656"/>
                <a:gd name="csX11" fmla="*/ 678656 w 878681"/>
                <a:gd name="csY11" fmla="*/ 642937 h 678656"/>
                <a:gd name="csX12" fmla="*/ 685800 w 878681"/>
                <a:gd name="csY12" fmla="*/ 492919 h 678656"/>
                <a:gd name="csX13" fmla="*/ 700087 w 878681"/>
                <a:gd name="csY13" fmla="*/ 435769 h 678656"/>
                <a:gd name="csX14" fmla="*/ 721518 w 878681"/>
                <a:gd name="csY14" fmla="*/ 364331 h 678656"/>
                <a:gd name="csX15" fmla="*/ 764381 w 878681"/>
                <a:gd name="csY15" fmla="*/ 300037 h 678656"/>
                <a:gd name="csX16" fmla="*/ 778668 w 878681"/>
                <a:gd name="csY16" fmla="*/ 278606 h 678656"/>
                <a:gd name="csX17" fmla="*/ 800100 w 878681"/>
                <a:gd name="csY17" fmla="*/ 235744 h 678656"/>
                <a:gd name="csX18" fmla="*/ 821531 w 878681"/>
                <a:gd name="csY18" fmla="*/ 157162 h 678656"/>
                <a:gd name="csX19" fmla="*/ 828675 w 878681"/>
                <a:gd name="csY19" fmla="*/ 135731 h 678656"/>
                <a:gd name="csX20" fmla="*/ 835818 w 878681"/>
                <a:gd name="csY20" fmla="*/ 100012 h 678656"/>
                <a:gd name="csX21" fmla="*/ 864393 w 878681"/>
                <a:gd name="csY21" fmla="*/ 50006 h 678656"/>
                <a:gd name="csX22" fmla="*/ 871537 w 878681"/>
                <a:gd name="csY22" fmla="*/ 28575 h 678656"/>
                <a:gd name="csX23" fmla="*/ 878681 w 878681"/>
                <a:gd name="csY23" fmla="*/ 14287 h 678656"/>
                <a:gd name="csX24" fmla="*/ 0 w 878681"/>
                <a:gd name="csY24" fmla="*/ 0 h 678656"/>
                <a:gd name="csX25" fmla="*/ 42862 w 878681"/>
                <a:gd name="csY25" fmla="*/ 585787 h 678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878681" h="678656">
                  <a:moveTo>
                    <a:pt x="42862" y="585787"/>
                  </a:moveTo>
                  <a:lnTo>
                    <a:pt x="42862" y="585787"/>
                  </a:lnTo>
                  <a:cubicBezTo>
                    <a:pt x="69056" y="588168"/>
                    <a:pt x="95425" y="589077"/>
                    <a:pt x="121443" y="592931"/>
                  </a:cubicBezTo>
                  <a:cubicBezTo>
                    <a:pt x="159788" y="598612"/>
                    <a:pt x="235743" y="614362"/>
                    <a:pt x="235743" y="614362"/>
                  </a:cubicBezTo>
                  <a:cubicBezTo>
                    <a:pt x="245268" y="619125"/>
                    <a:pt x="254347" y="624911"/>
                    <a:pt x="264318" y="628650"/>
                  </a:cubicBezTo>
                  <a:cubicBezTo>
                    <a:pt x="273511" y="632097"/>
                    <a:pt x="283489" y="632973"/>
                    <a:pt x="292893" y="635794"/>
                  </a:cubicBezTo>
                  <a:cubicBezTo>
                    <a:pt x="307318" y="640122"/>
                    <a:pt x="321468" y="645319"/>
                    <a:pt x="335756" y="650081"/>
                  </a:cubicBezTo>
                  <a:cubicBezTo>
                    <a:pt x="348812" y="654433"/>
                    <a:pt x="372946" y="663087"/>
                    <a:pt x="385762" y="664369"/>
                  </a:cubicBezTo>
                  <a:cubicBezTo>
                    <a:pt x="423747" y="668167"/>
                    <a:pt x="461992" y="668692"/>
                    <a:pt x="500062" y="671512"/>
                  </a:cubicBezTo>
                  <a:cubicBezTo>
                    <a:pt x="526292" y="673455"/>
                    <a:pt x="552449" y="676275"/>
                    <a:pt x="578643" y="678656"/>
                  </a:cubicBezTo>
                  <a:cubicBezTo>
                    <a:pt x="607218" y="676275"/>
                    <a:pt x="637364" y="681156"/>
                    <a:pt x="664368" y="671512"/>
                  </a:cubicBezTo>
                  <a:cubicBezTo>
                    <a:pt x="674397" y="667930"/>
                    <a:pt x="677387" y="653510"/>
                    <a:pt x="678656" y="642937"/>
                  </a:cubicBezTo>
                  <a:cubicBezTo>
                    <a:pt x="684621" y="593231"/>
                    <a:pt x="680649" y="542716"/>
                    <a:pt x="685800" y="492919"/>
                  </a:cubicBezTo>
                  <a:cubicBezTo>
                    <a:pt x="687821" y="473387"/>
                    <a:pt x="695325" y="454819"/>
                    <a:pt x="700087" y="435769"/>
                  </a:cubicBezTo>
                  <a:cubicBezTo>
                    <a:pt x="704080" y="419798"/>
                    <a:pt x="714563" y="374763"/>
                    <a:pt x="721518" y="364331"/>
                  </a:cubicBezTo>
                  <a:lnTo>
                    <a:pt x="764381" y="300037"/>
                  </a:lnTo>
                  <a:cubicBezTo>
                    <a:pt x="769143" y="292893"/>
                    <a:pt x="775953" y="286751"/>
                    <a:pt x="778668" y="278606"/>
                  </a:cubicBezTo>
                  <a:cubicBezTo>
                    <a:pt x="788527" y="249030"/>
                    <a:pt x="781635" y="263440"/>
                    <a:pt x="800100" y="235744"/>
                  </a:cubicBezTo>
                  <a:cubicBezTo>
                    <a:pt x="830755" y="143776"/>
                    <a:pt x="801333" y="237952"/>
                    <a:pt x="821531" y="157162"/>
                  </a:cubicBezTo>
                  <a:cubicBezTo>
                    <a:pt x="823357" y="149857"/>
                    <a:pt x="826849" y="143036"/>
                    <a:pt x="828675" y="135731"/>
                  </a:cubicBezTo>
                  <a:cubicBezTo>
                    <a:pt x="831620" y="123951"/>
                    <a:pt x="831978" y="111531"/>
                    <a:pt x="835818" y="100012"/>
                  </a:cubicBezTo>
                  <a:cubicBezTo>
                    <a:pt x="848339" y="62447"/>
                    <a:pt x="848719" y="81355"/>
                    <a:pt x="864393" y="50006"/>
                  </a:cubicBezTo>
                  <a:cubicBezTo>
                    <a:pt x="867761" y="43271"/>
                    <a:pt x="868740" y="35567"/>
                    <a:pt x="871537" y="28575"/>
                  </a:cubicBezTo>
                  <a:cubicBezTo>
                    <a:pt x="873515" y="23631"/>
                    <a:pt x="876300" y="19050"/>
                    <a:pt x="878681" y="14287"/>
                  </a:cubicBezTo>
                  <a:lnTo>
                    <a:pt x="0" y="0"/>
                  </a:lnTo>
                  <a:lnTo>
                    <a:pt x="42862" y="585787"/>
                  </a:ln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76" name="Freeform 1075">
              <a:extLst>
                <a:ext uri="{FF2B5EF4-FFF2-40B4-BE49-F238E27FC236}">
                  <a16:creationId xmlns:a16="http://schemas.microsoft.com/office/drawing/2014/main" id="{8246A980-5B5B-7398-1099-2416AC18973D}"/>
                </a:ext>
              </a:extLst>
            </p:cNvPr>
            <p:cNvSpPr/>
            <p:nvPr/>
          </p:nvSpPr>
          <p:spPr>
            <a:xfrm>
              <a:off x="1950244" y="4936331"/>
              <a:ext cx="642937" cy="660006"/>
            </a:xfrm>
            <a:custGeom>
              <a:avLst/>
              <a:gdLst>
                <a:gd name="csX0" fmla="*/ 0 w 642937"/>
                <a:gd name="csY0" fmla="*/ 650082 h 660006"/>
                <a:gd name="csX1" fmla="*/ 0 w 642937"/>
                <a:gd name="csY1" fmla="*/ 650082 h 660006"/>
                <a:gd name="csX2" fmla="*/ 507206 w 642937"/>
                <a:gd name="csY2" fmla="*/ 650082 h 660006"/>
                <a:gd name="csX3" fmla="*/ 578644 w 642937"/>
                <a:gd name="csY3" fmla="*/ 635794 h 660006"/>
                <a:gd name="csX4" fmla="*/ 642937 w 642937"/>
                <a:gd name="csY4" fmla="*/ 621507 h 660006"/>
                <a:gd name="csX5" fmla="*/ 628650 w 642937"/>
                <a:gd name="csY5" fmla="*/ 592932 h 660006"/>
                <a:gd name="csX6" fmla="*/ 607219 w 642937"/>
                <a:gd name="csY6" fmla="*/ 535782 h 660006"/>
                <a:gd name="csX7" fmla="*/ 585787 w 642937"/>
                <a:gd name="csY7" fmla="*/ 507207 h 660006"/>
                <a:gd name="csX8" fmla="*/ 571500 w 642937"/>
                <a:gd name="csY8" fmla="*/ 478632 h 660006"/>
                <a:gd name="csX9" fmla="*/ 528637 w 642937"/>
                <a:gd name="csY9" fmla="*/ 400050 h 660006"/>
                <a:gd name="csX10" fmla="*/ 492919 w 642937"/>
                <a:gd name="csY10" fmla="*/ 314325 h 660006"/>
                <a:gd name="csX11" fmla="*/ 485775 w 642937"/>
                <a:gd name="csY11" fmla="*/ 278607 h 660006"/>
                <a:gd name="csX12" fmla="*/ 471487 w 642937"/>
                <a:gd name="csY12" fmla="*/ 250032 h 660006"/>
                <a:gd name="csX13" fmla="*/ 450056 w 642937"/>
                <a:gd name="csY13" fmla="*/ 207169 h 660006"/>
                <a:gd name="csX14" fmla="*/ 435769 w 642937"/>
                <a:gd name="csY14" fmla="*/ 50007 h 660006"/>
                <a:gd name="csX15" fmla="*/ 428625 w 642937"/>
                <a:gd name="csY15" fmla="*/ 28575 h 660006"/>
                <a:gd name="csX16" fmla="*/ 378619 w 642937"/>
                <a:gd name="csY16" fmla="*/ 0 h 660006"/>
                <a:gd name="csX17" fmla="*/ 335756 w 642937"/>
                <a:gd name="csY17" fmla="*/ 14288 h 660006"/>
                <a:gd name="csX18" fmla="*/ 278606 w 642937"/>
                <a:gd name="csY18" fmla="*/ 28575 h 660006"/>
                <a:gd name="csX19" fmla="*/ 257175 w 642937"/>
                <a:gd name="csY19" fmla="*/ 35719 h 660006"/>
                <a:gd name="csX20" fmla="*/ 214312 w 642937"/>
                <a:gd name="csY20" fmla="*/ 57150 h 660006"/>
                <a:gd name="csX21" fmla="*/ 135731 w 642937"/>
                <a:gd name="csY21" fmla="*/ 64294 h 660006"/>
                <a:gd name="csX22" fmla="*/ 121444 w 642937"/>
                <a:gd name="csY22" fmla="*/ 235744 h 660006"/>
                <a:gd name="csX23" fmla="*/ 114300 w 642937"/>
                <a:gd name="csY23" fmla="*/ 264319 h 660006"/>
                <a:gd name="csX24" fmla="*/ 85725 w 642937"/>
                <a:gd name="csY24" fmla="*/ 307182 h 660006"/>
                <a:gd name="csX25" fmla="*/ 64294 w 642937"/>
                <a:gd name="csY25" fmla="*/ 321469 h 660006"/>
                <a:gd name="csX26" fmla="*/ 42862 w 642937"/>
                <a:gd name="csY26" fmla="*/ 364332 h 660006"/>
                <a:gd name="csX27" fmla="*/ 35719 w 642937"/>
                <a:gd name="csY27" fmla="*/ 385763 h 660006"/>
                <a:gd name="csX28" fmla="*/ 14287 w 642937"/>
                <a:gd name="csY28" fmla="*/ 435769 h 660006"/>
                <a:gd name="csX29" fmla="*/ 0 w 642937"/>
                <a:gd name="csY29" fmla="*/ 650082 h 6600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42937" h="660006">
                  <a:moveTo>
                    <a:pt x="0" y="650082"/>
                  </a:moveTo>
                  <a:lnTo>
                    <a:pt x="0" y="650082"/>
                  </a:lnTo>
                  <a:cubicBezTo>
                    <a:pt x="214668" y="662007"/>
                    <a:pt x="203147" y="664561"/>
                    <a:pt x="507206" y="650082"/>
                  </a:cubicBezTo>
                  <a:cubicBezTo>
                    <a:pt x="531463" y="648927"/>
                    <a:pt x="554690" y="639786"/>
                    <a:pt x="578644" y="635794"/>
                  </a:cubicBezTo>
                  <a:cubicBezTo>
                    <a:pt x="628934" y="627412"/>
                    <a:pt x="607765" y="633230"/>
                    <a:pt x="642937" y="621507"/>
                  </a:cubicBezTo>
                  <a:cubicBezTo>
                    <a:pt x="638175" y="611982"/>
                    <a:pt x="632389" y="602903"/>
                    <a:pt x="628650" y="592932"/>
                  </a:cubicBezTo>
                  <a:cubicBezTo>
                    <a:pt x="613225" y="551799"/>
                    <a:pt x="632077" y="575554"/>
                    <a:pt x="607219" y="535782"/>
                  </a:cubicBezTo>
                  <a:cubicBezTo>
                    <a:pt x="600909" y="525685"/>
                    <a:pt x="592097" y="517304"/>
                    <a:pt x="585787" y="507207"/>
                  </a:cubicBezTo>
                  <a:cubicBezTo>
                    <a:pt x="580143" y="498177"/>
                    <a:pt x="576672" y="487941"/>
                    <a:pt x="571500" y="478632"/>
                  </a:cubicBezTo>
                  <a:cubicBezTo>
                    <a:pt x="554930" y="448806"/>
                    <a:pt x="541231" y="432794"/>
                    <a:pt x="528637" y="400050"/>
                  </a:cubicBezTo>
                  <a:cubicBezTo>
                    <a:pt x="493078" y="307596"/>
                    <a:pt x="537252" y="388215"/>
                    <a:pt x="492919" y="314325"/>
                  </a:cubicBezTo>
                  <a:cubicBezTo>
                    <a:pt x="490538" y="302419"/>
                    <a:pt x="489615" y="290126"/>
                    <a:pt x="485775" y="278607"/>
                  </a:cubicBezTo>
                  <a:cubicBezTo>
                    <a:pt x="482407" y="268504"/>
                    <a:pt x="475682" y="259820"/>
                    <a:pt x="471487" y="250032"/>
                  </a:cubicBezTo>
                  <a:cubicBezTo>
                    <a:pt x="453740" y="208622"/>
                    <a:pt x="477516" y="248357"/>
                    <a:pt x="450056" y="207169"/>
                  </a:cubicBezTo>
                  <a:cubicBezTo>
                    <a:pt x="431666" y="115219"/>
                    <a:pt x="454624" y="238566"/>
                    <a:pt x="435769" y="50007"/>
                  </a:cubicBezTo>
                  <a:cubicBezTo>
                    <a:pt x="435020" y="42514"/>
                    <a:pt x="433446" y="34360"/>
                    <a:pt x="428625" y="28575"/>
                  </a:cubicBezTo>
                  <a:cubicBezTo>
                    <a:pt x="411992" y="8615"/>
                    <a:pt x="399983" y="7122"/>
                    <a:pt x="378619" y="0"/>
                  </a:cubicBezTo>
                  <a:cubicBezTo>
                    <a:pt x="364331" y="4763"/>
                    <a:pt x="350367" y="10635"/>
                    <a:pt x="335756" y="14288"/>
                  </a:cubicBezTo>
                  <a:cubicBezTo>
                    <a:pt x="316706" y="19050"/>
                    <a:pt x="297234" y="22365"/>
                    <a:pt x="278606" y="28575"/>
                  </a:cubicBezTo>
                  <a:cubicBezTo>
                    <a:pt x="271462" y="30956"/>
                    <a:pt x="263910" y="32351"/>
                    <a:pt x="257175" y="35719"/>
                  </a:cubicBezTo>
                  <a:cubicBezTo>
                    <a:pt x="234534" y="47040"/>
                    <a:pt x="239455" y="53558"/>
                    <a:pt x="214312" y="57150"/>
                  </a:cubicBezTo>
                  <a:cubicBezTo>
                    <a:pt x="188275" y="60869"/>
                    <a:pt x="161925" y="61913"/>
                    <a:pt x="135731" y="64294"/>
                  </a:cubicBezTo>
                  <a:cubicBezTo>
                    <a:pt x="123866" y="313445"/>
                    <a:pt x="145073" y="153039"/>
                    <a:pt x="121444" y="235744"/>
                  </a:cubicBezTo>
                  <a:cubicBezTo>
                    <a:pt x="118747" y="245184"/>
                    <a:pt x="118691" y="255537"/>
                    <a:pt x="114300" y="264319"/>
                  </a:cubicBezTo>
                  <a:cubicBezTo>
                    <a:pt x="106621" y="279678"/>
                    <a:pt x="100013" y="297657"/>
                    <a:pt x="85725" y="307182"/>
                  </a:cubicBezTo>
                  <a:lnTo>
                    <a:pt x="64294" y="321469"/>
                  </a:lnTo>
                  <a:cubicBezTo>
                    <a:pt x="46335" y="375342"/>
                    <a:pt x="70562" y="308931"/>
                    <a:pt x="42862" y="364332"/>
                  </a:cubicBezTo>
                  <a:cubicBezTo>
                    <a:pt x="39495" y="371067"/>
                    <a:pt x="38685" y="378842"/>
                    <a:pt x="35719" y="385763"/>
                  </a:cubicBezTo>
                  <a:cubicBezTo>
                    <a:pt x="9231" y="447568"/>
                    <a:pt x="31044" y="385500"/>
                    <a:pt x="14287" y="435769"/>
                  </a:cubicBezTo>
                  <a:cubicBezTo>
                    <a:pt x="6312" y="595292"/>
                    <a:pt x="2381" y="614363"/>
                    <a:pt x="0" y="650082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77" name="Freeform 1076">
              <a:extLst>
                <a:ext uri="{FF2B5EF4-FFF2-40B4-BE49-F238E27FC236}">
                  <a16:creationId xmlns:a16="http://schemas.microsoft.com/office/drawing/2014/main" id="{96DEA768-2B67-91B7-3496-96444CDFCA47}"/>
                </a:ext>
              </a:extLst>
            </p:cNvPr>
            <p:cNvSpPr/>
            <p:nvPr/>
          </p:nvSpPr>
          <p:spPr>
            <a:xfrm>
              <a:off x="1275640" y="5586413"/>
              <a:ext cx="888916" cy="428625"/>
            </a:xfrm>
            <a:custGeom>
              <a:avLst/>
              <a:gdLst>
                <a:gd name="csX0" fmla="*/ 17379 w 888916"/>
                <a:gd name="csY0" fmla="*/ 0 h 428625"/>
                <a:gd name="csX1" fmla="*/ 17379 w 888916"/>
                <a:gd name="csY1" fmla="*/ 0 h 428625"/>
                <a:gd name="csX2" fmla="*/ 10235 w 888916"/>
                <a:gd name="csY2" fmla="*/ 400050 h 428625"/>
                <a:gd name="csX3" fmla="*/ 3091 w 888916"/>
                <a:gd name="csY3" fmla="*/ 428625 h 428625"/>
                <a:gd name="csX4" fmla="*/ 288841 w 888916"/>
                <a:gd name="csY4" fmla="*/ 414337 h 428625"/>
                <a:gd name="csX5" fmla="*/ 345991 w 888916"/>
                <a:gd name="csY5" fmla="*/ 400050 h 428625"/>
                <a:gd name="csX6" fmla="*/ 374566 w 888916"/>
                <a:gd name="csY6" fmla="*/ 392906 h 428625"/>
                <a:gd name="csX7" fmla="*/ 431716 w 888916"/>
                <a:gd name="csY7" fmla="*/ 385762 h 428625"/>
                <a:gd name="csX8" fmla="*/ 481723 w 888916"/>
                <a:gd name="csY8" fmla="*/ 378618 h 428625"/>
                <a:gd name="csX9" fmla="*/ 660316 w 888916"/>
                <a:gd name="csY9" fmla="*/ 371475 h 428625"/>
                <a:gd name="csX10" fmla="*/ 838910 w 888916"/>
                <a:gd name="csY10" fmla="*/ 357187 h 428625"/>
                <a:gd name="csX11" fmla="*/ 888916 w 888916"/>
                <a:gd name="csY11" fmla="*/ 350043 h 428625"/>
                <a:gd name="csX12" fmla="*/ 853198 w 888916"/>
                <a:gd name="csY12" fmla="*/ 292893 h 428625"/>
                <a:gd name="csX13" fmla="*/ 838910 w 888916"/>
                <a:gd name="csY13" fmla="*/ 242887 h 428625"/>
                <a:gd name="csX14" fmla="*/ 853198 w 888916"/>
                <a:gd name="csY14" fmla="*/ 200025 h 428625"/>
                <a:gd name="csX15" fmla="*/ 846054 w 888916"/>
                <a:gd name="csY15" fmla="*/ 121443 h 428625"/>
                <a:gd name="csX16" fmla="*/ 810335 w 888916"/>
                <a:gd name="csY16" fmla="*/ 57150 h 428625"/>
                <a:gd name="csX17" fmla="*/ 631741 w 888916"/>
                <a:gd name="csY17" fmla="*/ 50006 h 428625"/>
                <a:gd name="csX18" fmla="*/ 288841 w 888916"/>
                <a:gd name="csY18" fmla="*/ 64293 h 428625"/>
                <a:gd name="csX19" fmla="*/ 110248 w 888916"/>
                <a:gd name="csY19" fmla="*/ 57150 h 428625"/>
                <a:gd name="csX20" fmla="*/ 3091 w 888916"/>
                <a:gd name="csY20" fmla="*/ 35718 h 428625"/>
                <a:gd name="csX21" fmla="*/ 17379 w 888916"/>
                <a:gd name="csY21" fmla="*/ 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88916" h="428625">
                  <a:moveTo>
                    <a:pt x="17379" y="0"/>
                  </a:moveTo>
                  <a:lnTo>
                    <a:pt x="17379" y="0"/>
                  </a:lnTo>
                  <a:cubicBezTo>
                    <a:pt x="14998" y="133350"/>
                    <a:pt x="14678" y="266753"/>
                    <a:pt x="10235" y="400050"/>
                  </a:cubicBezTo>
                  <a:cubicBezTo>
                    <a:pt x="9908" y="409863"/>
                    <a:pt x="-6714" y="428122"/>
                    <a:pt x="3091" y="428625"/>
                  </a:cubicBezTo>
                  <a:lnTo>
                    <a:pt x="288841" y="414337"/>
                  </a:lnTo>
                  <a:lnTo>
                    <a:pt x="345991" y="400050"/>
                  </a:lnTo>
                  <a:cubicBezTo>
                    <a:pt x="355516" y="397669"/>
                    <a:pt x="364824" y="394124"/>
                    <a:pt x="374566" y="392906"/>
                  </a:cubicBezTo>
                  <a:lnTo>
                    <a:pt x="431716" y="385762"/>
                  </a:lnTo>
                  <a:cubicBezTo>
                    <a:pt x="448407" y="383537"/>
                    <a:pt x="464918" y="379668"/>
                    <a:pt x="481723" y="378618"/>
                  </a:cubicBezTo>
                  <a:cubicBezTo>
                    <a:pt x="541186" y="374902"/>
                    <a:pt x="600812" y="374450"/>
                    <a:pt x="660316" y="371475"/>
                  </a:cubicBezTo>
                  <a:cubicBezTo>
                    <a:pt x="717288" y="368626"/>
                    <a:pt x="781363" y="363957"/>
                    <a:pt x="838910" y="357187"/>
                  </a:cubicBezTo>
                  <a:cubicBezTo>
                    <a:pt x="855633" y="355220"/>
                    <a:pt x="872247" y="352424"/>
                    <a:pt x="888916" y="350043"/>
                  </a:cubicBezTo>
                  <a:cubicBezTo>
                    <a:pt x="877010" y="330993"/>
                    <a:pt x="858647" y="314687"/>
                    <a:pt x="853198" y="292893"/>
                  </a:cubicBezTo>
                  <a:cubicBezTo>
                    <a:pt x="844228" y="257013"/>
                    <a:pt x="849159" y="273632"/>
                    <a:pt x="838910" y="242887"/>
                  </a:cubicBezTo>
                  <a:cubicBezTo>
                    <a:pt x="843673" y="228600"/>
                    <a:pt x="854562" y="215023"/>
                    <a:pt x="853198" y="200025"/>
                  </a:cubicBezTo>
                  <a:cubicBezTo>
                    <a:pt x="850817" y="173831"/>
                    <a:pt x="850156" y="147423"/>
                    <a:pt x="846054" y="121443"/>
                  </a:cubicBezTo>
                  <a:cubicBezTo>
                    <a:pt x="840313" y="85086"/>
                    <a:pt x="846417" y="59727"/>
                    <a:pt x="810335" y="57150"/>
                  </a:cubicBezTo>
                  <a:cubicBezTo>
                    <a:pt x="750907" y="52905"/>
                    <a:pt x="691272" y="52387"/>
                    <a:pt x="631741" y="50006"/>
                  </a:cubicBezTo>
                  <a:cubicBezTo>
                    <a:pt x="502333" y="58634"/>
                    <a:pt x="436964" y="64293"/>
                    <a:pt x="288841" y="64293"/>
                  </a:cubicBezTo>
                  <a:cubicBezTo>
                    <a:pt x="229262" y="64293"/>
                    <a:pt x="169779" y="59531"/>
                    <a:pt x="110248" y="57150"/>
                  </a:cubicBezTo>
                  <a:cubicBezTo>
                    <a:pt x="98979" y="55898"/>
                    <a:pt x="18921" y="51548"/>
                    <a:pt x="3091" y="35718"/>
                  </a:cubicBezTo>
                  <a:lnTo>
                    <a:pt x="17379" y="0"/>
                  </a:ln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78" name="Freeform 1077">
              <a:extLst>
                <a:ext uri="{FF2B5EF4-FFF2-40B4-BE49-F238E27FC236}">
                  <a16:creationId xmlns:a16="http://schemas.microsoft.com/office/drawing/2014/main" id="{27604696-1CE2-99E2-7523-3C022942D8DC}"/>
                </a:ext>
              </a:extLst>
            </p:cNvPr>
            <p:cNvSpPr/>
            <p:nvPr/>
          </p:nvSpPr>
          <p:spPr>
            <a:xfrm>
              <a:off x="1292766" y="5965031"/>
              <a:ext cx="1578330" cy="460438"/>
            </a:xfrm>
            <a:custGeom>
              <a:avLst/>
              <a:gdLst>
                <a:gd name="csX0" fmla="*/ 7397 w 1578330"/>
                <a:gd name="csY0" fmla="*/ 107157 h 460438"/>
                <a:gd name="csX1" fmla="*/ 7397 w 1578330"/>
                <a:gd name="csY1" fmla="*/ 107157 h 460438"/>
                <a:gd name="csX2" fmla="*/ 7397 w 1578330"/>
                <a:gd name="csY2" fmla="*/ 457200 h 460438"/>
                <a:gd name="csX3" fmla="*/ 35972 w 1578330"/>
                <a:gd name="csY3" fmla="*/ 450057 h 460438"/>
                <a:gd name="csX4" fmla="*/ 57403 w 1578330"/>
                <a:gd name="csY4" fmla="*/ 435769 h 460438"/>
                <a:gd name="csX5" fmla="*/ 128840 w 1578330"/>
                <a:gd name="csY5" fmla="*/ 421482 h 460438"/>
                <a:gd name="csX6" fmla="*/ 243140 w 1578330"/>
                <a:gd name="csY6" fmla="*/ 407194 h 460438"/>
                <a:gd name="csX7" fmla="*/ 878934 w 1578330"/>
                <a:gd name="csY7" fmla="*/ 400050 h 460438"/>
                <a:gd name="csX8" fmla="*/ 936084 w 1578330"/>
                <a:gd name="csY8" fmla="*/ 385763 h 460438"/>
                <a:gd name="csX9" fmla="*/ 957515 w 1578330"/>
                <a:gd name="csY9" fmla="*/ 378619 h 460438"/>
                <a:gd name="csX10" fmla="*/ 964659 w 1578330"/>
                <a:gd name="csY10" fmla="*/ 357188 h 460438"/>
                <a:gd name="csX11" fmla="*/ 1114678 w 1578330"/>
                <a:gd name="csY11" fmla="*/ 364332 h 460438"/>
                <a:gd name="csX12" fmla="*/ 1207547 w 1578330"/>
                <a:gd name="csY12" fmla="*/ 378619 h 460438"/>
                <a:gd name="csX13" fmla="*/ 1414715 w 1578330"/>
                <a:gd name="csY13" fmla="*/ 371475 h 460438"/>
                <a:gd name="csX14" fmla="*/ 1557590 w 1578330"/>
                <a:gd name="csY14" fmla="*/ 357188 h 460438"/>
                <a:gd name="csX15" fmla="*/ 1564734 w 1578330"/>
                <a:gd name="csY15" fmla="*/ 235744 h 460438"/>
                <a:gd name="csX16" fmla="*/ 1550447 w 1578330"/>
                <a:gd name="csY16" fmla="*/ 192882 h 460438"/>
                <a:gd name="csX17" fmla="*/ 1543303 w 1578330"/>
                <a:gd name="csY17" fmla="*/ 85725 h 460438"/>
                <a:gd name="csX18" fmla="*/ 1529015 w 1578330"/>
                <a:gd name="csY18" fmla="*/ 28575 h 460438"/>
                <a:gd name="csX19" fmla="*/ 1521872 w 1578330"/>
                <a:gd name="csY19" fmla="*/ 0 h 460438"/>
                <a:gd name="csX20" fmla="*/ 1336134 w 1578330"/>
                <a:gd name="csY20" fmla="*/ 14288 h 460438"/>
                <a:gd name="csX21" fmla="*/ 1250409 w 1578330"/>
                <a:gd name="csY21" fmla="*/ 21432 h 460438"/>
                <a:gd name="csX22" fmla="*/ 1143253 w 1578330"/>
                <a:gd name="csY22" fmla="*/ 14288 h 460438"/>
                <a:gd name="csX23" fmla="*/ 836072 w 1578330"/>
                <a:gd name="csY23" fmla="*/ 28575 h 460438"/>
                <a:gd name="csX24" fmla="*/ 793209 w 1578330"/>
                <a:gd name="csY24" fmla="*/ 42863 h 460438"/>
                <a:gd name="csX25" fmla="*/ 771778 w 1578330"/>
                <a:gd name="csY25" fmla="*/ 50007 h 460438"/>
                <a:gd name="csX26" fmla="*/ 636047 w 1578330"/>
                <a:gd name="csY26" fmla="*/ 64294 h 460438"/>
                <a:gd name="csX27" fmla="*/ 564609 w 1578330"/>
                <a:gd name="csY27" fmla="*/ 71438 h 460438"/>
                <a:gd name="csX28" fmla="*/ 521747 w 1578330"/>
                <a:gd name="csY28" fmla="*/ 78582 h 460438"/>
                <a:gd name="csX29" fmla="*/ 500315 w 1578330"/>
                <a:gd name="csY29" fmla="*/ 85725 h 460438"/>
                <a:gd name="csX30" fmla="*/ 443165 w 1578330"/>
                <a:gd name="csY30" fmla="*/ 100013 h 460438"/>
                <a:gd name="csX31" fmla="*/ 371728 w 1578330"/>
                <a:gd name="csY31" fmla="*/ 114300 h 460438"/>
                <a:gd name="csX32" fmla="*/ 314578 w 1578330"/>
                <a:gd name="csY32" fmla="*/ 128588 h 460438"/>
                <a:gd name="csX33" fmla="*/ 257428 w 1578330"/>
                <a:gd name="csY33" fmla="*/ 135732 h 460438"/>
                <a:gd name="csX34" fmla="*/ 7397 w 1578330"/>
                <a:gd name="csY34" fmla="*/ 107157 h 460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578330" h="460438">
                  <a:moveTo>
                    <a:pt x="7397" y="107157"/>
                  </a:moveTo>
                  <a:lnTo>
                    <a:pt x="7397" y="107157"/>
                  </a:lnTo>
                  <a:cubicBezTo>
                    <a:pt x="5771" y="152692"/>
                    <a:pt x="-8402" y="394006"/>
                    <a:pt x="7397" y="457200"/>
                  </a:cubicBezTo>
                  <a:cubicBezTo>
                    <a:pt x="9778" y="466725"/>
                    <a:pt x="26447" y="452438"/>
                    <a:pt x="35972" y="450057"/>
                  </a:cubicBezTo>
                  <a:cubicBezTo>
                    <a:pt x="43116" y="445294"/>
                    <a:pt x="49197" y="438294"/>
                    <a:pt x="57403" y="435769"/>
                  </a:cubicBezTo>
                  <a:cubicBezTo>
                    <a:pt x="80613" y="428627"/>
                    <a:pt x="105281" y="427372"/>
                    <a:pt x="128840" y="421482"/>
                  </a:cubicBezTo>
                  <a:cubicBezTo>
                    <a:pt x="176207" y="409640"/>
                    <a:pt x="173990" y="408563"/>
                    <a:pt x="243140" y="407194"/>
                  </a:cubicBezTo>
                  <a:lnTo>
                    <a:pt x="878934" y="400050"/>
                  </a:lnTo>
                  <a:cubicBezTo>
                    <a:pt x="927931" y="383719"/>
                    <a:pt x="867106" y="403008"/>
                    <a:pt x="936084" y="385763"/>
                  </a:cubicBezTo>
                  <a:cubicBezTo>
                    <a:pt x="943389" y="383937"/>
                    <a:pt x="950371" y="381000"/>
                    <a:pt x="957515" y="378619"/>
                  </a:cubicBezTo>
                  <a:cubicBezTo>
                    <a:pt x="959896" y="371475"/>
                    <a:pt x="957160" y="357870"/>
                    <a:pt x="964659" y="357188"/>
                  </a:cubicBezTo>
                  <a:cubicBezTo>
                    <a:pt x="1014516" y="352656"/>
                    <a:pt x="1064734" y="360888"/>
                    <a:pt x="1114678" y="364332"/>
                  </a:cubicBezTo>
                  <a:cubicBezTo>
                    <a:pt x="1154292" y="367064"/>
                    <a:pt x="1171713" y="371452"/>
                    <a:pt x="1207547" y="378619"/>
                  </a:cubicBezTo>
                  <a:cubicBezTo>
                    <a:pt x="1276603" y="376238"/>
                    <a:pt x="1345747" y="375697"/>
                    <a:pt x="1414715" y="371475"/>
                  </a:cubicBezTo>
                  <a:cubicBezTo>
                    <a:pt x="1462488" y="368550"/>
                    <a:pt x="1557590" y="357188"/>
                    <a:pt x="1557590" y="357188"/>
                  </a:cubicBezTo>
                  <a:cubicBezTo>
                    <a:pt x="1588629" y="310631"/>
                    <a:pt x="1579454" y="333876"/>
                    <a:pt x="1564734" y="235744"/>
                  </a:cubicBezTo>
                  <a:cubicBezTo>
                    <a:pt x="1562500" y="220850"/>
                    <a:pt x="1550447" y="192882"/>
                    <a:pt x="1550447" y="192882"/>
                  </a:cubicBezTo>
                  <a:cubicBezTo>
                    <a:pt x="1548066" y="157163"/>
                    <a:pt x="1546865" y="121346"/>
                    <a:pt x="1543303" y="85725"/>
                  </a:cubicBezTo>
                  <a:cubicBezTo>
                    <a:pt x="1539951" y="52208"/>
                    <a:pt x="1536731" y="55581"/>
                    <a:pt x="1529015" y="28575"/>
                  </a:cubicBezTo>
                  <a:cubicBezTo>
                    <a:pt x="1526318" y="19135"/>
                    <a:pt x="1524253" y="9525"/>
                    <a:pt x="1521872" y="0"/>
                  </a:cubicBezTo>
                  <a:cubicBezTo>
                    <a:pt x="1447265" y="24869"/>
                    <a:pt x="1516465" y="3983"/>
                    <a:pt x="1336134" y="14288"/>
                  </a:cubicBezTo>
                  <a:cubicBezTo>
                    <a:pt x="1307507" y="15924"/>
                    <a:pt x="1278984" y="19051"/>
                    <a:pt x="1250409" y="21432"/>
                  </a:cubicBezTo>
                  <a:cubicBezTo>
                    <a:pt x="1214690" y="19051"/>
                    <a:pt x="1179051" y="14288"/>
                    <a:pt x="1143253" y="14288"/>
                  </a:cubicBezTo>
                  <a:cubicBezTo>
                    <a:pt x="909671" y="14288"/>
                    <a:pt x="958443" y="8182"/>
                    <a:pt x="836072" y="28575"/>
                  </a:cubicBezTo>
                  <a:lnTo>
                    <a:pt x="793209" y="42863"/>
                  </a:lnTo>
                  <a:cubicBezTo>
                    <a:pt x="786065" y="45244"/>
                    <a:pt x="779271" y="49258"/>
                    <a:pt x="771778" y="50007"/>
                  </a:cubicBezTo>
                  <a:lnTo>
                    <a:pt x="636047" y="64294"/>
                  </a:lnTo>
                  <a:cubicBezTo>
                    <a:pt x="612247" y="66799"/>
                    <a:pt x="588356" y="68470"/>
                    <a:pt x="564609" y="71438"/>
                  </a:cubicBezTo>
                  <a:cubicBezTo>
                    <a:pt x="550236" y="73235"/>
                    <a:pt x="535887" y="75440"/>
                    <a:pt x="521747" y="78582"/>
                  </a:cubicBezTo>
                  <a:cubicBezTo>
                    <a:pt x="514396" y="80215"/>
                    <a:pt x="507580" y="83744"/>
                    <a:pt x="500315" y="85725"/>
                  </a:cubicBezTo>
                  <a:cubicBezTo>
                    <a:pt x="481371" y="90892"/>
                    <a:pt x="462420" y="96162"/>
                    <a:pt x="443165" y="100013"/>
                  </a:cubicBezTo>
                  <a:cubicBezTo>
                    <a:pt x="419353" y="104775"/>
                    <a:pt x="394766" y="106620"/>
                    <a:pt x="371728" y="114300"/>
                  </a:cubicBezTo>
                  <a:cubicBezTo>
                    <a:pt x="345651" y="122993"/>
                    <a:pt x="346598" y="123662"/>
                    <a:pt x="314578" y="128588"/>
                  </a:cubicBezTo>
                  <a:cubicBezTo>
                    <a:pt x="295603" y="131507"/>
                    <a:pt x="276621" y="135296"/>
                    <a:pt x="257428" y="135732"/>
                  </a:cubicBezTo>
                  <a:cubicBezTo>
                    <a:pt x="171725" y="137680"/>
                    <a:pt x="49069" y="111920"/>
                    <a:pt x="7397" y="107157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79" name="Freeform 1078">
              <a:extLst>
                <a:ext uri="{FF2B5EF4-FFF2-40B4-BE49-F238E27FC236}">
                  <a16:creationId xmlns:a16="http://schemas.microsoft.com/office/drawing/2014/main" id="{9958888A-64E3-5F04-8C39-346717AE771F}"/>
                </a:ext>
              </a:extLst>
            </p:cNvPr>
            <p:cNvSpPr/>
            <p:nvPr/>
          </p:nvSpPr>
          <p:spPr>
            <a:xfrm>
              <a:off x="2214563" y="4922044"/>
              <a:ext cx="835818" cy="1021556"/>
            </a:xfrm>
            <a:custGeom>
              <a:avLst/>
              <a:gdLst>
                <a:gd name="csX0" fmla="*/ 0 w 835818"/>
                <a:gd name="csY0" fmla="*/ 742950 h 1021556"/>
                <a:gd name="csX1" fmla="*/ 0 w 835818"/>
                <a:gd name="csY1" fmla="*/ 742950 h 1021556"/>
                <a:gd name="csX2" fmla="*/ 7143 w 835818"/>
                <a:gd name="csY2" fmla="*/ 914400 h 1021556"/>
                <a:gd name="csX3" fmla="*/ 14287 w 835818"/>
                <a:gd name="csY3" fmla="*/ 1014412 h 1021556"/>
                <a:gd name="csX4" fmla="*/ 35718 w 835818"/>
                <a:gd name="csY4" fmla="*/ 1021556 h 1021556"/>
                <a:gd name="csX5" fmla="*/ 78581 w 835818"/>
                <a:gd name="csY5" fmla="*/ 1014412 h 1021556"/>
                <a:gd name="csX6" fmla="*/ 107156 w 835818"/>
                <a:gd name="csY6" fmla="*/ 1007269 h 1021556"/>
                <a:gd name="csX7" fmla="*/ 228600 w 835818"/>
                <a:gd name="csY7" fmla="*/ 1000125 h 1021556"/>
                <a:gd name="csX8" fmla="*/ 821531 w 835818"/>
                <a:gd name="csY8" fmla="*/ 1000125 h 1021556"/>
                <a:gd name="csX9" fmla="*/ 828675 w 835818"/>
                <a:gd name="csY9" fmla="*/ 978694 h 1021556"/>
                <a:gd name="csX10" fmla="*/ 835818 w 835818"/>
                <a:gd name="csY10" fmla="*/ 942975 h 1021556"/>
                <a:gd name="csX11" fmla="*/ 828675 w 835818"/>
                <a:gd name="csY11" fmla="*/ 764381 h 1021556"/>
                <a:gd name="csX12" fmla="*/ 814387 w 835818"/>
                <a:gd name="csY12" fmla="*/ 692944 h 1021556"/>
                <a:gd name="csX13" fmla="*/ 800100 w 835818"/>
                <a:gd name="csY13" fmla="*/ 578644 h 1021556"/>
                <a:gd name="csX14" fmla="*/ 792956 w 835818"/>
                <a:gd name="csY14" fmla="*/ 450056 h 1021556"/>
                <a:gd name="csX15" fmla="*/ 778668 w 835818"/>
                <a:gd name="csY15" fmla="*/ 264319 h 1021556"/>
                <a:gd name="csX16" fmla="*/ 771525 w 835818"/>
                <a:gd name="csY16" fmla="*/ 64294 h 1021556"/>
                <a:gd name="csX17" fmla="*/ 757237 w 835818"/>
                <a:gd name="csY17" fmla="*/ 42862 h 1021556"/>
                <a:gd name="csX18" fmla="*/ 750093 w 835818"/>
                <a:gd name="csY18" fmla="*/ 21431 h 1021556"/>
                <a:gd name="csX19" fmla="*/ 700087 w 835818"/>
                <a:gd name="csY19" fmla="*/ 0 h 1021556"/>
                <a:gd name="csX20" fmla="*/ 578643 w 835818"/>
                <a:gd name="csY20" fmla="*/ 7144 h 1021556"/>
                <a:gd name="csX21" fmla="*/ 528637 w 835818"/>
                <a:gd name="csY21" fmla="*/ 21431 h 1021556"/>
                <a:gd name="csX22" fmla="*/ 500062 w 835818"/>
                <a:gd name="csY22" fmla="*/ 28575 h 1021556"/>
                <a:gd name="csX23" fmla="*/ 450056 w 835818"/>
                <a:gd name="csY23" fmla="*/ 42862 h 1021556"/>
                <a:gd name="csX24" fmla="*/ 414337 w 835818"/>
                <a:gd name="csY24" fmla="*/ 50006 h 1021556"/>
                <a:gd name="csX25" fmla="*/ 385762 w 835818"/>
                <a:gd name="csY25" fmla="*/ 57150 h 1021556"/>
                <a:gd name="csX26" fmla="*/ 242887 w 835818"/>
                <a:gd name="csY26" fmla="*/ 64294 h 1021556"/>
                <a:gd name="csX27" fmla="*/ 207168 w 835818"/>
                <a:gd name="csY27" fmla="*/ 71437 h 1021556"/>
                <a:gd name="csX28" fmla="*/ 214312 w 835818"/>
                <a:gd name="csY28" fmla="*/ 121444 h 1021556"/>
                <a:gd name="csX29" fmla="*/ 242887 w 835818"/>
                <a:gd name="csY29" fmla="*/ 164306 h 1021556"/>
                <a:gd name="csX30" fmla="*/ 271462 w 835818"/>
                <a:gd name="csY30" fmla="*/ 207169 h 1021556"/>
                <a:gd name="csX31" fmla="*/ 292893 w 835818"/>
                <a:gd name="csY31" fmla="*/ 235744 h 1021556"/>
                <a:gd name="csX32" fmla="*/ 307181 w 835818"/>
                <a:gd name="csY32" fmla="*/ 278606 h 1021556"/>
                <a:gd name="csX33" fmla="*/ 314325 w 835818"/>
                <a:gd name="csY33" fmla="*/ 300037 h 1021556"/>
                <a:gd name="csX34" fmla="*/ 328612 w 835818"/>
                <a:gd name="csY34" fmla="*/ 335756 h 1021556"/>
                <a:gd name="csX35" fmla="*/ 342900 w 835818"/>
                <a:gd name="csY35" fmla="*/ 414337 h 1021556"/>
                <a:gd name="csX36" fmla="*/ 357187 w 835818"/>
                <a:gd name="csY36" fmla="*/ 457200 h 1021556"/>
                <a:gd name="csX37" fmla="*/ 371475 w 835818"/>
                <a:gd name="csY37" fmla="*/ 521494 h 1021556"/>
                <a:gd name="csX38" fmla="*/ 378618 w 835818"/>
                <a:gd name="csY38" fmla="*/ 542925 h 1021556"/>
                <a:gd name="csX39" fmla="*/ 407193 w 835818"/>
                <a:gd name="csY39" fmla="*/ 592931 h 1021556"/>
                <a:gd name="csX40" fmla="*/ 428625 w 835818"/>
                <a:gd name="csY40" fmla="*/ 635794 h 1021556"/>
                <a:gd name="csX41" fmla="*/ 435768 w 835818"/>
                <a:gd name="csY41" fmla="*/ 657225 h 1021556"/>
                <a:gd name="csX42" fmla="*/ 428625 w 835818"/>
                <a:gd name="csY42" fmla="*/ 685800 h 1021556"/>
                <a:gd name="csX43" fmla="*/ 400050 w 835818"/>
                <a:gd name="csY43" fmla="*/ 700087 h 1021556"/>
                <a:gd name="csX44" fmla="*/ 350043 w 835818"/>
                <a:gd name="csY44" fmla="*/ 714375 h 1021556"/>
                <a:gd name="csX45" fmla="*/ 78581 w 835818"/>
                <a:gd name="csY45" fmla="*/ 714375 h 1021556"/>
                <a:gd name="csX46" fmla="*/ 35718 w 835818"/>
                <a:gd name="csY46" fmla="*/ 721519 h 1021556"/>
                <a:gd name="csX47" fmla="*/ 0 w 835818"/>
                <a:gd name="csY47" fmla="*/ 742950 h 1021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835818" h="1021556">
                  <a:moveTo>
                    <a:pt x="0" y="742950"/>
                  </a:moveTo>
                  <a:lnTo>
                    <a:pt x="0" y="742950"/>
                  </a:lnTo>
                  <a:cubicBezTo>
                    <a:pt x="2381" y="800100"/>
                    <a:pt x="4137" y="857279"/>
                    <a:pt x="7143" y="914400"/>
                  </a:cubicBezTo>
                  <a:cubicBezTo>
                    <a:pt x="8900" y="947776"/>
                    <a:pt x="5675" y="982118"/>
                    <a:pt x="14287" y="1014412"/>
                  </a:cubicBezTo>
                  <a:cubicBezTo>
                    <a:pt x="16227" y="1021688"/>
                    <a:pt x="28574" y="1019175"/>
                    <a:pt x="35718" y="1021556"/>
                  </a:cubicBezTo>
                  <a:cubicBezTo>
                    <a:pt x="50006" y="1019175"/>
                    <a:pt x="64378" y="1017253"/>
                    <a:pt x="78581" y="1014412"/>
                  </a:cubicBezTo>
                  <a:cubicBezTo>
                    <a:pt x="88208" y="1012487"/>
                    <a:pt x="97382" y="1008200"/>
                    <a:pt x="107156" y="1007269"/>
                  </a:cubicBezTo>
                  <a:cubicBezTo>
                    <a:pt x="147525" y="1003425"/>
                    <a:pt x="188119" y="1002506"/>
                    <a:pt x="228600" y="1000125"/>
                  </a:cubicBezTo>
                  <a:cubicBezTo>
                    <a:pt x="398231" y="1004366"/>
                    <a:pt x="653983" y="1015357"/>
                    <a:pt x="821531" y="1000125"/>
                  </a:cubicBezTo>
                  <a:cubicBezTo>
                    <a:pt x="829030" y="999443"/>
                    <a:pt x="826849" y="985999"/>
                    <a:pt x="828675" y="978694"/>
                  </a:cubicBezTo>
                  <a:cubicBezTo>
                    <a:pt x="831620" y="966914"/>
                    <a:pt x="833437" y="954881"/>
                    <a:pt x="835818" y="942975"/>
                  </a:cubicBezTo>
                  <a:cubicBezTo>
                    <a:pt x="833437" y="883444"/>
                    <a:pt x="833763" y="823742"/>
                    <a:pt x="828675" y="764381"/>
                  </a:cubicBezTo>
                  <a:cubicBezTo>
                    <a:pt x="826601" y="740186"/>
                    <a:pt x="817399" y="717040"/>
                    <a:pt x="814387" y="692944"/>
                  </a:cubicBezTo>
                  <a:lnTo>
                    <a:pt x="800100" y="578644"/>
                  </a:lnTo>
                  <a:cubicBezTo>
                    <a:pt x="797719" y="535781"/>
                    <a:pt x="795876" y="492885"/>
                    <a:pt x="792956" y="450056"/>
                  </a:cubicBezTo>
                  <a:cubicBezTo>
                    <a:pt x="788732" y="388105"/>
                    <a:pt x="778668" y="264319"/>
                    <a:pt x="778668" y="264319"/>
                  </a:cubicBezTo>
                  <a:cubicBezTo>
                    <a:pt x="776287" y="197644"/>
                    <a:pt x="777951" y="130701"/>
                    <a:pt x="771525" y="64294"/>
                  </a:cubicBezTo>
                  <a:cubicBezTo>
                    <a:pt x="770698" y="55748"/>
                    <a:pt x="761077" y="50542"/>
                    <a:pt x="757237" y="42862"/>
                  </a:cubicBezTo>
                  <a:cubicBezTo>
                    <a:pt x="753869" y="36127"/>
                    <a:pt x="755418" y="26756"/>
                    <a:pt x="750093" y="21431"/>
                  </a:cubicBezTo>
                  <a:cubicBezTo>
                    <a:pt x="741267" y="12605"/>
                    <a:pt x="712894" y="4269"/>
                    <a:pt x="700087" y="0"/>
                  </a:cubicBezTo>
                  <a:cubicBezTo>
                    <a:pt x="659606" y="2381"/>
                    <a:pt x="619012" y="3300"/>
                    <a:pt x="578643" y="7144"/>
                  </a:cubicBezTo>
                  <a:cubicBezTo>
                    <a:pt x="561887" y="8740"/>
                    <a:pt x="544714" y="16837"/>
                    <a:pt x="528637" y="21431"/>
                  </a:cubicBezTo>
                  <a:cubicBezTo>
                    <a:pt x="519197" y="24128"/>
                    <a:pt x="509502" y="25878"/>
                    <a:pt x="500062" y="28575"/>
                  </a:cubicBezTo>
                  <a:cubicBezTo>
                    <a:pt x="458291" y="40510"/>
                    <a:pt x="500312" y="31694"/>
                    <a:pt x="450056" y="42862"/>
                  </a:cubicBezTo>
                  <a:cubicBezTo>
                    <a:pt x="438203" y="45496"/>
                    <a:pt x="426190" y="47372"/>
                    <a:pt x="414337" y="50006"/>
                  </a:cubicBezTo>
                  <a:cubicBezTo>
                    <a:pt x="404753" y="52136"/>
                    <a:pt x="395546" y="56335"/>
                    <a:pt x="385762" y="57150"/>
                  </a:cubicBezTo>
                  <a:cubicBezTo>
                    <a:pt x="338242" y="61110"/>
                    <a:pt x="290512" y="61913"/>
                    <a:pt x="242887" y="64294"/>
                  </a:cubicBezTo>
                  <a:cubicBezTo>
                    <a:pt x="230981" y="66675"/>
                    <a:pt x="212598" y="60577"/>
                    <a:pt x="207168" y="71437"/>
                  </a:cubicBezTo>
                  <a:cubicBezTo>
                    <a:pt x="199638" y="86498"/>
                    <a:pt x="211010" y="104933"/>
                    <a:pt x="214312" y="121444"/>
                  </a:cubicBezTo>
                  <a:cubicBezTo>
                    <a:pt x="220618" y="152972"/>
                    <a:pt x="221542" y="136863"/>
                    <a:pt x="242887" y="164306"/>
                  </a:cubicBezTo>
                  <a:cubicBezTo>
                    <a:pt x="253429" y="177860"/>
                    <a:pt x="261159" y="193432"/>
                    <a:pt x="271462" y="207169"/>
                  </a:cubicBezTo>
                  <a:lnTo>
                    <a:pt x="292893" y="235744"/>
                  </a:lnTo>
                  <a:lnTo>
                    <a:pt x="307181" y="278606"/>
                  </a:lnTo>
                  <a:cubicBezTo>
                    <a:pt x="309562" y="285750"/>
                    <a:pt x="311528" y="293045"/>
                    <a:pt x="314325" y="300037"/>
                  </a:cubicBezTo>
                  <a:lnTo>
                    <a:pt x="328612" y="335756"/>
                  </a:lnTo>
                  <a:cubicBezTo>
                    <a:pt x="330947" y="349763"/>
                    <a:pt x="338620" y="398643"/>
                    <a:pt x="342900" y="414337"/>
                  </a:cubicBezTo>
                  <a:cubicBezTo>
                    <a:pt x="346863" y="428867"/>
                    <a:pt x="354233" y="442432"/>
                    <a:pt x="357187" y="457200"/>
                  </a:cubicBezTo>
                  <a:cubicBezTo>
                    <a:pt x="362099" y="481759"/>
                    <a:pt x="364748" y="497948"/>
                    <a:pt x="371475" y="521494"/>
                  </a:cubicBezTo>
                  <a:cubicBezTo>
                    <a:pt x="373544" y="528734"/>
                    <a:pt x="375652" y="536004"/>
                    <a:pt x="378618" y="542925"/>
                  </a:cubicBezTo>
                  <a:cubicBezTo>
                    <a:pt x="416182" y="630576"/>
                    <a:pt x="371329" y="521203"/>
                    <a:pt x="407193" y="592931"/>
                  </a:cubicBezTo>
                  <a:cubicBezTo>
                    <a:pt x="436768" y="652081"/>
                    <a:pt x="387680" y="574376"/>
                    <a:pt x="428625" y="635794"/>
                  </a:cubicBezTo>
                  <a:cubicBezTo>
                    <a:pt x="431006" y="642938"/>
                    <a:pt x="435768" y="649695"/>
                    <a:pt x="435768" y="657225"/>
                  </a:cubicBezTo>
                  <a:cubicBezTo>
                    <a:pt x="435768" y="667043"/>
                    <a:pt x="434910" y="678258"/>
                    <a:pt x="428625" y="685800"/>
                  </a:cubicBezTo>
                  <a:cubicBezTo>
                    <a:pt x="421808" y="693981"/>
                    <a:pt x="409838" y="695892"/>
                    <a:pt x="400050" y="700087"/>
                  </a:cubicBezTo>
                  <a:cubicBezTo>
                    <a:pt x="385702" y="706236"/>
                    <a:pt x="364544" y="710750"/>
                    <a:pt x="350043" y="714375"/>
                  </a:cubicBezTo>
                  <a:cubicBezTo>
                    <a:pt x="203760" y="707409"/>
                    <a:pt x="214166" y="702585"/>
                    <a:pt x="78581" y="714375"/>
                  </a:cubicBezTo>
                  <a:cubicBezTo>
                    <a:pt x="64151" y="715630"/>
                    <a:pt x="50034" y="719317"/>
                    <a:pt x="35718" y="721519"/>
                  </a:cubicBezTo>
                  <a:cubicBezTo>
                    <a:pt x="-15091" y="729335"/>
                    <a:pt x="5953" y="739378"/>
                    <a:pt x="0" y="742950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80" name="Freeform 1079">
              <a:extLst>
                <a:ext uri="{FF2B5EF4-FFF2-40B4-BE49-F238E27FC236}">
                  <a16:creationId xmlns:a16="http://schemas.microsoft.com/office/drawing/2014/main" id="{5BD6FDBA-1F61-C557-93B4-90BB8257DC4E}"/>
                </a:ext>
              </a:extLst>
            </p:cNvPr>
            <p:cNvSpPr/>
            <p:nvPr/>
          </p:nvSpPr>
          <p:spPr>
            <a:xfrm>
              <a:off x="2921794" y="4914900"/>
              <a:ext cx="400182" cy="1464469"/>
            </a:xfrm>
            <a:custGeom>
              <a:avLst/>
              <a:gdLst>
                <a:gd name="csX0" fmla="*/ 0 w 400182"/>
                <a:gd name="csY0" fmla="*/ 1078706 h 1464469"/>
                <a:gd name="csX1" fmla="*/ 0 w 400182"/>
                <a:gd name="csY1" fmla="*/ 1078706 h 1464469"/>
                <a:gd name="csX2" fmla="*/ 14287 w 400182"/>
                <a:gd name="csY2" fmla="*/ 1371600 h 1464469"/>
                <a:gd name="csX3" fmla="*/ 28575 w 400182"/>
                <a:gd name="csY3" fmla="*/ 1464469 h 1464469"/>
                <a:gd name="csX4" fmla="*/ 164306 w 400182"/>
                <a:gd name="csY4" fmla="*/ 1457325 h 1464469"/>
                <a:gd name="csX5" fmla="*/ 185737 w 400182"/>
                <a:gd name="csY5" fmla="*/ 1450181 h 1464469"/>
                <a:gd name="csX6" fmla="*/ 221456 w 400182"/>
                <a:gd name="csY6" fmla="*/ 1443038 h 1464469"/>
                <a:gd name="csX7" fmla="*/ 264319 w 400182"/>
                <a:gd name="csY7" fmla="*/ 1428750 h 1464469"/>
                <a:gd name="csX8" fmla="*/ 292894 w 400182"/>
                <a:gd name="csY8" fmla="*/ 1421606 h 1464469"/>
                <a:gd name="csX9" fmla="*/ 314325 w 400182"/>
                <a:gd name="csY9" fmla="*/ 1414463 h 1464469"/>
                <a:gd name="csX10" fmla="*/ 371475 w 400182"/>
                <a:gd name="csY10" fmla="*/ 1400175 h 1464469"/>
                <a:gd name="csX11" fmla="*/ 392906 w 400182"/>
                <a:gd name="csY11" fmla="*/ 1385888 h 1464469"/>
                <a:gd name="csX12" fmla="*/ 400050 w 400182"/>
                <a:gd name="csY12" fmla="*/ 1357313 h 1464469"/>
                <a:gd name="csX13" fmla="*/ 385762 w 400182"/>
                <a:gd name="csY13" fmla="*/ 1321594 h 1464469"/>
                <a:gd name="csX14" fmla="*/ 364331 w 400182"/>
                <a:gd name="csY14" fmla="*/ 1264444 h 1464469"/>
                <a:gd name="csX15" fmla="*/ 357187 w 400182"/>
                <a:gd name="csY15" fmla="*/ 1228725 h 1464469"/>
                <a:gd name="csX16" fmla="*/ 342900 w 400182"/>
                <a:gd name="csY16" fmla="*/ 1171575 h 1464469"/>
                <a:gd name="csX17" fmla="*/ 335756 w 400182"/>
                <a:gd name="csY17" fmla="*/ 1128713 h 1464469"/>
                <a:gd name="csX18" fmla="*/ 342900 w 400182"/>
                <a:gd name="csY18" fmla="*/ 800100 h 1464469"/>
                <a:gd name="csX19" fmla="*/ 357187 w 400182"/>
                <a:gd name="csY19" fmla="*/ 657225 h 1464469"/>
                <a:gd name="csX20" fmla="*/ 342900 w 400182"/>
                <a:gd name="csY20" fmla="*/ 578644 h 1464469"/>
                <a:gd name="csX21" fmla="*/ 335756 w 400182"/>
                <a:gd name="csY21" fmla="*/ 521494 h 1464469"/>
                <a:gd name="csX22" fmla="*/ 328612 w 400182"/>
                <a:gd name="csY22" fmla="*/ 171450 h 1464469"/>
                <a:gd name="csX23" fmla="*/ 314325 w 400182"/>
                <a:gd name="csY23" fmla="*/ 57150 h 1464469"/>
                <a:gd name="csX24" fmla="*/ 307181 w 400182"/>
                <a:gd name="csY24" fmla="*/ 21431 h 1464469"/>
                <a:gd name="csX25" fmla="*/ 292894 w 400182"/>
                <a:gd name="csY25" fmla="*/ 0 h 1464469"/>
                <a:gd name="csX26" fmla="*/ 171450 w 400182"/>
                <a:gd name="csY26" fmla="*/ 14288 h 1464469"/>
                <a:gd name="csX27" fmla="*/ 114300 w 400182"/>
                <a:gd name="csY27" fmla="*/ 28575 h 1464469"/>
                <a:gd name="csX28" fmla="*/ 92869 w 400182"/>
                <a:gd name="csY28" fmla="*/ 107156 h 1464469"/>
                <a:gd name="csX29" fmla="*/ 78581 w 400182"/>
                <a:gd name="csY29" fmla="*/ 171450 h 1464469"/>
                <a:gd name="csX30" fmla="*/ 85725 w 400182"/>
                <a:gd name="csY30" fmla="*/ 314325 h 1464469"/>
                <a:gd name="csX31" fmla="*/ 100012 w 400182"/>
                <a:gd name="csY31" fmla="*/ 392906 h 1464469"/>
                <a:gd name="csX32" fmla="*/ 107156 w 400182"/>
                <a:gd name="csY32" fmla="*/ 485775 h 1464469"/>
                <a:gd name="csX33" fmla="*/ 121444 w 400182"/>
                <a:gd name="csY33" fmla="*/ 592931 h 1464469"/>
                <a:gd name="csX34" fmla="*/ 142875 w 400182"/>
                <a:gd name="csY34" fmla="*/ 692944 h 1464469"/>
                <a:gd name="csX35" fmla="*/ 150019 w 400182"/>
                <a:gd name="csY35" fmla="*/ 742950 h 1464469"/>
                <a:gd name="csX36" fmla="*/ 157162 w 400182"/>
                <a:gd name="csY36" fmla="*/ 785813 h 1464469"/>
                <a:gd name="csX37" fmla="*/ 164306 w 400182"/>
                <a:gd name="csY37" fmla="*/ 864394 h 1464469"/>
                <a:gd name="csX38" fmla="*/ 157162 w 400182"/>
                <a:gd name="csY38" fmla="*/ 1007269 h 1464469"/>
                <a:gd name="csX39" fmla="*/ 150019 w 400182"/>
                <a:gd name="csY39" fmla="*/ 1028700 h 1464469"/>
                <a:gd name="csX40" fmla="*/ 107156 w 400182"/>
                <a:gd name="csY40" fmla="*/ 1050131 h 1464469"/>
                <a:gd name="csX41" fmla="*/ 28575 w 400182"/>
                <a:gd name="csY41" fmla="*/ 1057275 h 1464469"/>
                <a:gd name="csX42" fmla="*/ 7144 w 400182"/>
                <a:gd name="csY42" fmla="*/ 1064419 h 1464469"/>
                <a:gd name="csX43" fmla="*/ 0 w 400182"/>
                <a:gd name="csY43" fmla="*/ 1078706 h 1464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00182" h="1464469">
                  <a:moveTo>
                    <a:pt x="0" y="1078706"/>
                  </a:moveTo>
                  <a:lnTo>
                    <a:pt x="0" y="1078706"/>
                  </a:lnTo>
                  <a:cubicBezTo>
                    <a:pt x="12900" y="1517300"/>
                    <a:pt x="-5403" y="1204226"/>
                    <a:pt x="14287" y="1371600"/>
                  </a:cubicBezTo>
                  <a:cubicBezTo>
                    <a:pt x="24332" y="1456986"/>
                    <a:pt x="13186" y="1418304"/>
                    <a:pt x="28575" y="1464469"/>
                  </a:cubicBezTo>
                  <a:cubicBezTo>
                    <a:pt x="73819" y="1462088"/>
                    <a:pt x="119186" y="1461427"/>
                    <a:pt x="164306" y="1457325"/>
                  </a:cubicBezTo>
                  <a:cubicBezTo>
                    <a:pt x="171805" y="1456643"/>
                    <a:pt x="178432" y="1452007"/>
                    <a:pt x="185737" y="1450181"/>
                  </a:cubicBezTo>
                  <a:cubicBezTo>
                    <a:pt x="197517" y="1447236"/>
                    <a:pt x="209742" y="1446233"/>
                    <a:pt x="221456" y="1443038"/>
                  </a:cubicBezTo>
                  <a:cubicBezTo>
                    <a:pt x="235986" y="1439075"/>
                    <a:pt x="249708" y="1432403"/>
                    <a:pt x="264319" y="1428750"/>
                  </a:cubicBezTo>
                  <a:cubicBezTo>
                    <a:pt x="273844" y="1426369"/>
                    <a:pt x="283454" y="1424303"/>
                    <a:pt x="292894" y="1421606"/>
                  </a:cubicBezTo>
                  <a:cubicBezTo>
                    <a:pt x="300134" y="1419537"/>
                    <a:pt x="307020" y="1416289"/>
                    <a:pt x="314325" y="1414463"/>
                  </a:cubicBezTo>
                  <a:cubicBezTo>
                    <a:pt x="330630" y="1410387"/>
                    <a:pt x="355144" y="1408340"/>
                    <a:pt x="371475" y="1400175"/>
                  </a:cubicBezTo>
                  <a:cubicBezTo>
                    <a:pt x="379154" y="1396335"/>
                    <a:pt x="385762" y="1390650"/>
                    <a:pt x="392906" y="1385888"/>
                  </a:cubicBezTo>
                  <a:cubicBezTo>
                    <a:pt x="395287" y="1376363"/>
                    <a:pt x="401134" y="1367071"/>
                    <a:pt x="400050" y="1357313"/>
                  </a:cubicBezTo>
                  <a:cubicBezTo>
                    <a:pt x="398634" y="1344568"/>
                    <a:pt x="389817" y="1333760"/>
                    <a:pt x="385762" y="1321594"/>
                  </a:cubicBezTo>
                  <a:cubicBezTo>
                    <a:pt x="366308" y="1263232"/>
                    <a:pt x="393562" y="1322903"/>
                    <a:pt x="364331" y="1264444"/>
                  </a:cubicBezTo>
                  <a:cubicBezTo>
                    <a:pt x="361950" y="1252538"/>
                    <a:pt x="359917" y="1240556"/>
                    <a:pt x="357187" y="1228725"/>
                  </a:cubicBezTo>
                  <a:cubicBezTo>
                    <a:pt x="352772" y="1209592"/>
                    <a:pt x="346128" y="1190944"/>
                    <a:pt x="342900" y="1171575"/>
                  </a:cubicBezTo>
                  <a:lnTo>
                    <a:pt x="335756" y="1128713"/>
                  </a:lnTo>
                  <a:cubicBezTo>
                    <a:pt x="338137" y="1019175"/>
                    <a:pt x="339310" y="909605"/>
                    <a:pt x="342900" y="800100"/>
                  </a:cubicBezTo>
                  <a:cubicBezTo>
                    <a:pt x="346018" y="704999"/>
                    <a:pt x="344664" y="719849"/>
                    <a:pt x="357187" y="657225"/>
                  </a:cubicBezTo>
                  <a:cubicBezTo>
                    <a:pt x="351036" y="626468"/>
                    <a:pt x="347468" y="610620"/>
                    <a:pt x="342900" y="578644"/>
                  </a:cubicBezTo>
                  <a:cubicBezTo>
                    <a:pt x="340185" y="559639"/>
                    <a:pt x="338137" y="540544"/>
                    <a:pt x="335756" y="521494"/>
                  </a:cubicBezTo>
                  <a:cubicBezTo>
                    <a:pt x="333375" y="404813"/>
                    <a:pt x="333993" y="288032"/>
                    <a:pt x="328612" y="171450"/>
                  </a:cubicBezTo>
                  <a:cubicBezTo>
                    <a:pt x="326842" y="133094"/>
                    <a:pt x="321855" y="94801"/>
                    <a:pt x="314325" y="57150"/>
                  </a:cubicBezTo>
                  <a:cubicBezTo>
                    <a:pt x="311944" y="45244"/>
                    <a:pt x="311444" y="32800"/>
                    <a:pt x="307181" y="21431"/>
                  </a:cubicBezTo>
                  <a:cubicBezTo>
                    <a:pt x="304166" y="13392"/>
                    <a:pt x="297656" y="7144"/>
                    <a:pt x="292894" y="0"/>
                  </a:cubicBezTo>
                  <a:cubicBezTo>
                    <a:pt x="114337" y="12754"/>
                    <a:pt x="240592" y="-4569"/>
                    <a:pt x="171450" y="14288"/>
                  </a:cubicBezTo>
                  <a:cubicBezTo>
                    <a:pt x="152506" y="19455"/>
                    <a:pt x="114300" y="28575"/>
                    <a:pt x="114300" y="28575"/>
                  </a:cubicBezTo>
                  <a:cubicBezTo>
                    <a:pt x="100946" y="68636"/>
                    <a:pt x="108984" y="42696"/>
                    <a:pt x="92869" y="107156"/>
                  </a:cubicBezTo>
                  <a:cubicBezTo>
                    <a:pt x="82778" y="147520"/>
                    <a:pt x="87653" y="126092"/>
                    <a:pt x="78581" y="171450"/>
                  </a:cubicBezTo>
                  <a:cubicBezTo>
                    <a:pt x="80962" y="219075"/>
                    <a:pt x="82068" y="266781"/>
                    <a:pt x="85725" y="314325"/>
                  </a:cubicBezTo>
                  <a:cubicBezTo>
                    <a:pt x="86867" y="329170"/>
                    <a:pt x="96733" y="376509"/>
                    <a:pt x="100012" y="392906"/>
                  </a:cubicBezTo>
                  <a:cubicBezTo>
                    <a:pt x="102393" y="423862"/>
                    <a:pt x="104212" y="454867"/>
                    <a:pt x="107156" y="485775"/>
                  </a:cubicBezTo>
                  <a:cubicBezTo>
                    <a:pt x="108762" y="502635"/>
                    <a:pt x="118274" y="573910"/>
                    <a:pt x="121444" y="592931"/>
                  </a:cubicBezTo>
                  <a:cubicBezTo>
                    <a:pt x="127066" y="626665"/>
                    <a:pt x="137252" y="659210"/>
                    <a:pt x="142875" y="692944"/>
                  </a:cubicBezTo>
                  <a:cubicBezTo>
                    <a:pt x="145643" y="709553"/>
                    <a:pt x="147459" y="726308"/>
                    <a:pt x="150019" y="742950"/>
                  </a:cubicBezTo>
                  <a:cubicBezTo>
                    <a:pt x="152221" y="757266"/>
                    <a:pt x="155470" y="771428"/>
                    <a:pt x="157162" y="785813"/>
                  </a:cubicBezTo>
                  <a:cubicBezTo>
                    <a:pt x="160235" y="811935"/>
                    <a:pt x="161925" y="838200"/>
                    <a:pt x="164306" y="864394"/>
                  </a:cubicBezTo>
                  <a:cubicBezTo>
                    <a:pt x="161925" y="912019"/>
                    <a:pt x="161293" y="959764"/>
                    <a:pt x="157162" y="1007269"/>
                  </a:cubicBezTo>
                  <a:cubicBezTo>
                    <a:pt x="156510" y="1014771"/>
                    <a:pt x="154723" y="1022820"/>
                    <a:pt x="150019" y="1028700"/>
                  </a:cubicBezTo>
                  <a:cubicBezTo>
                    <a:pt x="142716" y="1037829"/>
                    <a:pt x="118846" y="1048461"/>
                    <a:pt x="107156" y="1050131"/>
                  </a:cubicBezTo>
                  <a:cubicBezTo>
                    <a:pt x="81119" y="1053851"/>
                    <a:pt x="54769" y="1054894"/>
                    <a:pt x="28575" y="1057275"/>
                  </a:cubicBezTo>
                  <a:cubicBezTo>
                    <a:pt x="21431" y="1059656"/>
                    <a:pt x="13879" y="1061051"/>
                    <a:pt x="7144" y="1064419"/>
                  </a:cubicBezTo>
                  <a:cubicBezTo>
                    <a:pt x="-535" y="1068259"/>
                    <a:pt x="1191" y="1076325"/>
                    <a:pt x="0" y="1078706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81" name="Freeform 1080">
              <a:extLst>
                <a:ext uri="{FF2B5EF4-FFF2-40B4-BE49-F238E27FC236}">
                  <a16:creationId xmlns:a16="http://schemas.microsoft.com/office/drawing/2014/main" id="{BA4E5C6D-0F75-39B8-73FF-30402A6D1BE7}"/>
                </a:ext>
              </a:extLst>
            </p:cNvPr>
            <p:cNvSpPr/>
            <p:nvPr/>
          </p:nvSpPr>
          <p:spPr>
            <a:xfrm>
              <a:off x="3328988" y="5507831"/>
              <a:ext cx="542925" cy="850107"/>
            </a:xfrm>
            <a:custGeom>
              <a:avLst/>
              <a:gdLst>
                <a:gd name="csX0" fmla="*/ 57150 w 542925"/>
                <a:gd name="csY0" fmla="*/ 850107 h 850107"/>
                <a:gd name="csX1" fmla="*/ 57150 w 542925"/>
                <a:gd name="csY1" fmla="*/ 850107 h 850107"/>
                <a:gd name="csX2" fmla="*/ 21431 w 542925"/>
                <a:gd name="csY2" fmla="*/ 714375 h 850107"/>
                <a:gd name="csX3" fmla="*/ 7143 w 542925"/>
                <a:gd name="csY3" fmla="*/ 642938 h 850107"/>
                <a:gd name="csX4" fmla="*/ 0 w 542925"/>
                <a:gd name="csY4" fmla="*/ 507207 h 850107"/>
                <a:gd name="csX5" fmla="*/ 14287 w 542925"/>
                <a:gd name="csY5" fmla="*/ 250032 h 850107"/>
                <a:gd name="csX6" fmla="*/ 21431 w 542925"/>
                <a:gd name="csY6" fmla="*/ 178594 h 850107"/>
                <a:gd name="csX7" fmla="*/ 28575 w 542925"/>
                <a:gd name="csY7" fmla="*/ 71438 h 850107"/>
                <a:gd name="csX8" fmla="*/ 42862 w 542925"/>
                <a:gd name="csY8" fmla="*/ 28575 h 850107"/>
                <a:gd name="csX9" fmla="*/ 64293 w 542925"/>
                <a:gd name="csY9" fmla="*/ 14288 h 850107"/>
                <a:gd name="csX10" fmla="*/ 107156 w 542925"/>
                <a:gd name="csY10" fmla="*/ 0 h 850107"/>
                <a:gd name="csX11" fmla="*/ 185737 w 542925"/>
                <a:gd name="csY11" fmla="*/ 7144 h 850107"/>
                <a:gd name="csX12" fmla="*/ 228600 w 542925"/>
                <a:gd name="csY12" fmla="*/ 28575 h 850107"/>
                <a:gd name="csX13" fmla="*/ 250031 w 542925"/>
                <a:gd name="csY13" fmla="*/ 35719 h 850107"/>
                <a:gd name="csX14" fmla="*/ 342900 w 542925"/>
                <a:gd name="csY14" fmla="*/ 50007 h 850107"/>
                <a:gd name="csX15" fmla="*/ 442912 w 542925"/>
                <a:gd name="csY15" fmla="*/ 42863 h 850107"/>
                <a:gd name="csX16" fmla="*/ 464343 w 542925"/>
                <a:gd name="csY16" fmla="*/ 35719 h 850107"/>
                <a:gd name="csX17" fmla="*/ 507206 w 542925"/>
                <a:gd name="csY17" fmla="*/ 42863 h 850107"/>
                <a:gd name="csX18" fmla="*/ 514350 w 542925"/>
                <a:gd name="csY18" fmla="*/ 500063 h 850107"/>
                <a:gd name="csX19" fmla="*/ 521493 w 542925"/>
                <a:gd name="csY19" fmla="*/ 714375 h 850107"/>
                <a:gd name="csX20" fmla="*/ 535781 w 542925"/>
                <a:gd name="csY20" fmla="*/ 764382 h 850107"/>
                <a:gd name="csX21" fmla="*/ 542925 w 542925"/>
                <a:gd name="csY21" fmla="*/ 792957 h 850107"/>
                <a:gd name="csX22" fmla="*/ 535781 w 542925"/>
                <a:gd name="csY22" fmla="*/ 821532 h 850107"/>
                <a:gd name="csX23" fmla="*/ 192881 w 542925"/>
                <a:gd name="csY23" fmla="*/ 835819 h 850107"/>
                <a:gd name="csX24" fmla="*/ 78581 w 542925"/>
                <a:gd name="csY24" fmla="*/ 850107 h 850107"/>
                <a:gd name="csX25" fmla="*/ 57150 w 542925"/>
                <a:gd name="csY25" fmla="*/ 850107 h 850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542925" h="850107">
                  <a:moveTo>
                    <a:pt x="57150" y="850107"/>
                  </a:moveTo>
                  <a:lnTo>
                    <a:pt x="57150" y="850107"/>
                  </a:lnTo>
                  <a:cubicBezTo>
                    <a:pt x="13050" y="717806"/>
                    <a:pt x="38537" y="811307"/>
                    <a:pt x="21431" y="714375"/>
                  </a:cubicBezTo>
                  <a:cubicBezTo>
                    <a:pt x="17211" y="690461"/>
                    <a:pt x="7143" y="642938"/>
                    <a:pt x="7143" y="642938"/>
                  </a:cubicBezTo>
                  <a:cubicBezTo>
                    <a:pt x="4762" y="597694"/>
                    <a:pt x="0" y="552513"/>
                    <a:pt x="0" y="507207"/>
                  </a:cubicBezTo>
                  <a:cubicBezTo>
                    <a:pt x="0" y="422533"/>
                    <a:pt x="6572" y="334897"/>
                    <a:pt x="14287" y="250032"/>
                  </a:cubicBezTo>
                  <a:cubicBezTo>
                    <a:pt x="16454" y="226199"/>
                    <a:pt x="19523" y="202449"/>
                    <a:pt x="21431" y="178594"/>
                  </a:cubicBezTo>
                  <a:cubicBezTo>
                    <a:pt x="24286" y="142910"/>
                    <a:pt x="23512" y="106876"/>
                    <a:pt x="28575" y="71438"/>
                  </a:cubicBezTo>
                  <a:cubicBezTo>
                    <a:pt x="30705" y="56529"/>
                    <a:pt x="30331" y="36929"/>
                    <a:pt x="42862" y="28575"/>
                  </a:cubicBezTo>
                  <a:cubicBezTo>
                    <a:pt x="50006" y="23813"/>
                    <a:pt x="56447" y="17775"/>
                    <a:pt x="64293" y="14288"/>
                  </a:cubicBezTo>
                  <a:cubicBezTo>
                    <a:pt x="78056" y="8171"/>
                    <a:pt x="107156" y="0"/>
                    <a:pt x="107156" y="0"/>
                  </a:cubicBezTo>
                  <a:cubicBezTo>
                    <a:pt x="133350" y="2381"/>
                    <a:pt x="159700" y="3424"/>
                    <a:pt x="185737" y="7144"/>
                  </a:cubicBezTo>
                  <a:cubicBezTo>
                    <a:pt x="210872" y="10735"/>
                    <a:pt x="205966" y="17258"/>
                    <a:pt x="228600" y="28575"/>
                  </a:cubicBezTo>
                  <a:cubicBezTo>
                    <a:pt x="235335" y="31943"/>
                    <a:pt x="242680" y="34085"/>
                    <a:pt x="250031" y="35719"/>
                  </a:cubicBezTo>
                  <a:cubicBezTo>
                    <a:pt x="267874" y="39684"/>
                    <a:pt x="326947" y="47728"/>
                    <a:pt x="342900" y="50007"/>
                  </a:cubicBezTo>
                  <a:cubicBezTo>
                    <a:pt x="376237" y="47626"/>
                    <a:pt x="409719" y="46768"/>
                    <a:pt x="442912" y="42863"/>
                  </a:cubicBezTo>
                  <a:cubicBezTo>
                    <a:pt x="450391" y="41983"/>
                    <a:pt x="456813" y="35719"/>
                    <a:pt x="464343" y="35719"/>
                  </a:cubicBezTo>
                  <a:cubicBezTo>
                    <a:pt x="478828" y="35719"/>
                    <a:pt x="492918" y="40482"/>
                    <a:pt x="507206" y="42863"/>
                  </a:cubicBezTo>
                  <a:cubicBezTo>
                    <a:pt x="509587" y="195263"/>
                    <a:pt x="511108" y="347679"/>
                    <a:pt x="514350" y="500063"/>
                  </a:cubicBezTo>
                  <a:cubicBezTo>
                    <a:pt x="515870" y="571524"/>
                    <a:pt x="517296" y="643021"/>
                    <a:pt x="521493" y="714375"/>
                  </a:cubicBezTo>
                  <a:cubicBezTo>
                    <a:pt x="522320" y="728434"/>
                    <a:pt x="531778" y="750372"/>
                    <a:pt x="535781" y="764382"/>
                  </a:cubicBezTo>
                  <a:cubicBezTo>
                    <a:pt x="538478" y="773822"/>
                    <a:pt x="540544" y="783432"/>
                    <a:pt x="542925" y="792957"/>
                  </a:cubicBezTo>
                  <a:cubicBezTo>
                    <a:pt x="540544" y="802482"/>
                    <a:pt x="545526" y="820339"/>
                    <a:pt x="535781" y="821532"/>
                  </a:cubicBezTo>
                  <a:cubicBezTo>
                    <a:pt x="422230" y="835436"/>
                    <a:pt x="192881" y="835819"/>
                    <a:pt x="192881" y="835819"/>
                  </a:cubicBezTo>
                  <a:cubicBezTo>
                    <a:pt x="72636" y="849180"/>
                    <a:pt x="180556" y="836511"/>
                    <a:pt x="78581" y="850107"/>
                  </a:cubicBezTo>
                  <a:lnTo>
                    <a:pt x="57150" y="850107"/>
                  </a:lnTo>
                  <a:close/>
                </a:path>
              </a:pathLst>
            </a:custGeom>
            <a:pattFill prst="wdDnDiag">
              <a:fgClr>
                <a:schemeClr val="accent3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82" name="Freeform 1081">
              <a:extLst>
                <a:ext uri="{FF2B5EF4-FFF2-40B4-BE49-F238E27FC236}">
                  <a16:creationId xmlns:a16="http://schemas.microsoft.com/office/drawing/2014/main" id="{3345FFDE-F7A2-BD02-AFFD-712219101EB7}"/>
                </a:ext>
              </a:extLst>
            </p:cNvPr>
            <p:cNvSpPr/>
            <p:nvPr/>
          </p:nvSpPr>
          <p:spPr>
            <a:xfrm>
              <a:off x="3286125" y="4922044"/>
              <a:ext cx="555623" cy="564356"/>
            </a:xfrm>
            <a:custGeom>
              <a:avLst/>
              <a:gdLst>
                <a:gd name="csX0" fmla="*/ 0 w 555623"/>
                <a:gd name="csY0" fmla="*/ 28575 h 564356"/>
                <a:gd name="csX1" fmla="*/ 0 w 555623"/>
                <a:gd name="csY1" fmla="*/ 28575 h 564356"/>
                <a:gd name="csX2" fmla="*/ 7144 w 555623"/>
                <a:gd name="csY2" fmla="*/ 435769 h 564356"/>
                <a:gd name="csX3" fmla="*/ 28575 w 555623"/>
                <a:gd name="csY3" fmla="*/ 485775 h 564356"/>
                <a:gd name="csX4" fmla="*/ 42863 w 555623"/>
                <a:gd name="csY4" fmla="*/ 521494 h 564356"/>
                <a:gd name="csX5" fmla="*/ 64294 w 555623"/>
                <a:gd name="csY5" fmla="*/ 564356 h 564356"/>
                <a:gd name="csX6" fmla="*/ 128588 w 555623"/>
                <a:gd name="csY6" fmla="*/ 542925 h 564356"/>
                <a:gd name="csX7" fmla="*/ 157163 w 555623"/>
                <a:gd name="csY7" fmla="*/ 528637 h 564356"/>
                <a:gd name="csX8" fmla="*/ 178594 w 555623"/>
                <a:gd name="csY8" fmla="*/ 514350 h 564356"/>
                <a:gd name="csX9" fmla="*/ 228600 w 555623"/>
                <a:gd name="csY9" fmla="*/ 500062 h 564356"/>
                <a:gd name="csX10" fmla="*/ 285750 w 555623"/>
                <a:gd name="csY10" fmla="*/ 507206 h 564356"/>
                <a:gd name="csX11" fmla="*/ 328613 w 555623"/>
                <a:gd name="csY11" fmla="*/ 521494 h 564356"/>
                <a:gd name="csX12" fmla="*/ 421481 w 555623"/>
                <a:gd name="csY12" fmla="*/ 535781 h 564356"/>
                <a:gd name="csX13" fmla="*/ 492919 w 555623"/>
                <a:gd name="csY13" fmla="*/ 542925 h 564356"/>
                <a:gd name="csX14" fmla="*/ 550069 w 555623"/>
                <a:gd name="csY14" fmla="*/ 535781 h 564356"/>
                <a:gd name="csX15" fmla="*/ 542925 w 555623"/>
                <a:gd name="csY15" fmla="*/ 435769 h 564356"/>
                <a:gd name="csX16" fmla="*/ 521494 w 555623"/>
                <a:gd name="csY16" fmla="*/ 357187 h 564356"/>
                <a:gd name="csX17" fmla="*/ 514350 w 555623"/>
                <a:gd name="csY17" fmla="*/ 328612 h 564356"/>
                <a:gd name="csX18" fmla="*/ 521494 w 555623"/>
                <a:gd name="csY18" fmla="*/ 235744 h 564356"/>
                <a:gd name="csX19" fmla="*/ 507206 w 555623"/>
                <a:gd name="csY19" fmla="*/ 64294 h 564356"/>
                <a:gd name="csX20" fmla="*/ 514350 w 555623"/>
                <a:gd name="csY20" fmla="*/ 14287 h 564356"/>
                <a:gd name="csX21" fmla="*/ 407194 w 555623"/>
                <a:gd name="csY21" fmla="*/ 7144 h 564356"/>
                <a:gd name="csX22" fmla="*/ 364331 w 555623"/>
                <a:gd name="csY22" fmla="*/ 0 h 564356"/>
                <a:gd name="csX23" fmla="*/ 192881 w 555623"/>
                <a:gd name="csY23" fmla="*/ 7144 h 564356"/>
                <a:gd name="csX24" fmla="*/ 128588 w 555623"/>
                <a:gd name="csY24" fmla="*/ 21431 h 564356"/>
                <a:gd name="csX25" fmla="*/ 92869 w 555623"/>
                <a:gd name="csY25" fmla="*/ 28575 h 564356"/>
                <a:gd name="csX26" fmla="*/ 50006 w 555623"/>
                <a:gd name="csY26" fmla="*/ 42862 h 564356"/>
                <a:gd name="csX27" fmla="*/ 0 w 555623"/>
                <a:gd name="csY27" fmla="*/ 28575 h 5643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555623" h="564356">
                  <a:moveTo>
                    <a:pt x="0" y="28575"/>
                  </a:moveTo>
                  <a:lnTo>
                    <a:pt x="0" y="28575"/>
                  </a:lnTo>
                  <a:cubicBezTo>
                    <a:pt x="2381" y="164306"/>
                    <a:pt x="2695" y="300090"/>
                    <a:pt x="7144" y="435769"/>
                  </a:cubicBezTo>
                  <a:cubicBezTo>
                    <a:pt x="8187" y="467589"/>
                    <a:pt x="15998" y="460620"/>
                    <a:pt x="28575" y="485775"/>
                  </a:cubicBezTo>
                  <a:cubicBezTo>
                    <a:pt x="34310" y="497245"/>
                    <a:pt x="37128" y="510024"/>
                    <a:pt x="42863" y="521494"/>
                  </a:cubicBezTo>
                  <a:cubicBezTo>
                    <a:pt x="70559" y="576887"/>
                    <a:pt x="46337" y="510488"/>
                    <a:pt x="64294" y="564356"/>
                  </a:cubicBezTo>
                  <a:cubicBezTo>
                    <a:pt x="85725" y="557212"/>
                    <a:pt x="108383" y="553028"/>
                    <a:pt x="128588" y="542925"/>
                  </a:cubicBezTo>
                  <a:cubicBezTo>
                    <a:pt x="138113" y="538162"/>
                    <a:pt x="147917" y="533921"/>
                    <a:pt x="157163" y="528637"/>
                  </a:cubicBezTo>
                  <a:cubicBezTo>
                    <a:pt x="164617" y="524377"/>
                    <a:pt x="170915" y="518190"/>
                    <a:pt x="178594" y="514350"/>
                  </a:cubicBezTo>
                  <a:cubicBezTo>
                    <a:pt x="188844" y="509225"/>
                    <a:pt x="219443" y="502351"/>
                    <a:pt x="228600" y="500062"/>
                  </a:cubicBezTo>
                  <a:cubicBezTo>
                    <a:pt x="247650" y="502443"/>
                    <a:pt x="266978" y="503183"/>
                    <a:pt x="285750" y="507206"/>
                  </a:cubicBezTo>
                  <a:cubicBezTo>
                    <a:pt x="300476" y="510362"/>
                    <a:pt x="313757" y="519018"/>
                    <a:pt x="328613" y="521494"/>
                  </a:cubicBezTo>
                  <a:cubicBezTo>
                    <a:pt x="359604" y="526659"/>
                    <a:pt x="390243" y="532106"/>
                    <a:pt x="421481" y="535781"/>
                  </a:cubicBezTo>
                  <a:cubicBezTo>
                    <a:pt x="445249" y="538577"/>
                    <a:pt x="469106" y="540544"/>
                    <a:pt x="492919" y="542925"/>
                  </a:cubicBezTo>
                  <a:cubicBezTo>
                    <a:pt x="511969" y="540544"/>
                    <a:pt x="541950" y="553178"/>
                    <a:pt x="550069" y="535781"/>
                  </a:cubicBezTo>
                  <a:cubicBezTo>
                    <a:pt x="564203" y="505494"/>
                    <a:pt x="547441" y="468885"/>
                    <a:pt x="542925" y="435769"/>
                  </a:cubicBezTo>
                  <a:cubicBezTo>
                    <a:pt x="536281" y="387049"/>
                    <a:pt x="531216" y="391213"/>
                    <a:pt x="521494" y="357187"/>
                  </a:cubicBezTo>
                  <a:cubicBezTo>
                    <a:pt x="518797" y="347747"/>
                    <a:pt x="516731" y="338137"/>
                    <a:pt x="514350" y="328612"/>
                  </a:cubicBezTo>
                  <a:cubicBezTo>
                    <a:pt x="516731" y="297656"/>
                    <a:pt x="521494" y="266791"/>
                    <a:pt x="521494" y="235744"/>
                  </a:cubicBezTo>
                  <a:cubicBezTo>
                    <a:pt x="521494" y="140377"/>
                    <a:pt x="518726" y="133412"/>
                    <a:pt x="507206" y="64294"/>
                  </a:cubicBezTo>
                  <a:cubicBezTo>
                    <a:pt x="509587" y="47625"/>
                    <a:pt x="528970" y="22641"/>
                    <a:pt x="514350" y="14287"/>
                  </a:cubicBezTo>
                  <a:cubicBezTo>
                    <a:pt x="483269" y="-3474"/>
                    <a:pt x="442831" y="10538"/>
                    <a:pt x="407194" y="7144"/>
                  </a:cubicBezTo>
                  <a:cubicBezTo>
                    <a:pt x="392774" y="5771"/>
                    <a:pt x="378619" y="2381"/>
                    <a:pt x="364331" y="0"/>
                  </a:cubicBezTo>
                  <a:cubicBezTo>
                    <a:pt x="307181" y="2381"/>
                    <a:pt x="249945" y="3209"/>
                    <a:pt x="192881" y="7144"/>
                  </a:cubicBezTo>
                  <a:cubicBezTo>
                    <a:pt x="177254" y="8222"/>
                    <a:pt x="144911" y="17804"/>
                    <a:pt x="128588" y="21431"/>
                  </a:cubicBezTo>
                  <a:cubicBezTo>
                    <a:pt x="116735" y="24065"/>
                    <a:pt x="104583" y="25380"/>
                    <a:pt x="92869" y="28575"/>
                  </a:cubicBezTo>
                  <a:cubicBezTo>
                    <a:pt x="78339" y="32538"/>
                    <a:pt x="65066" y="42862"/>
                    <a:pt x="50006" y="42862"/>
                  </a:cubicBezTo>
                  <a:lnTo>
                    <a:pt x="0" y="28575"/>
                  </a:ln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83" name="Freeform 1082">
              <a:extLst>
                <a:ext uri="{FF2B5EF4-FFF2-40B4-BE49-F238E27FC236}">
                  <a16:creationId xmlns:a16="http://schemas.microsoft.com/office/drawing/2014/main" id="{828DE90B-8625-D434-9AA4-CC36F4F387FC}"/>
                </a:ext>
              </a:extLst>
            </p:cNvPr>
            <p:cNvSpPr/>
            <p:nvPr/>
          </p:nvSpPr>
          <p:spPr>
            <a:xfrm>
              <a:off x="3878137" y="4921284"/>
              <a:ext cx="630259" cy="1015172"/>
            </a:xfrm>
            <a:custGeom>
              <a:avLst/>
              <a:gdLst>
                <a:gd name="csX0" fmla="*/ 22351 w 630259"/>
                <a:gd name="csY0" fmla="*/ 879441 h 1015172"/>
                <a:gd name="csX1" fmla="*/ 22351 w 630259"/>
                <a:gd name="csY1" fmla="*/ 879441 h 1015172"/>
                <a:gd name="csX2" fmla="*/ 22351 w 630259"/>
                <a:gd name="csY2" fmla="*/ 400810 h 1015172"/>
                <a:gd name="csX3" fmla="*/ 29494 w 630259"/>
                <a:gd name="csY3" fmla="*/ 372235 h 1015172"/>
                <a:gd name="csX4" fmla="*/ 36638 w 630259"/>
                <a:gd name="csY4" fmla="*/ 315085 h 1015172"/>
                <a:gd name="csX5" fmla="*/ 79501 w 630259"/>
                <a:gd name="csY5" fmla="*/ 7904 h 1015172"/>
                <a:gd name="csX6" fmla="*/ 100932 w 630259"/>
                <a:gd name="csY6" fmla="*/ 15047 h 1015172"/>
                <a:gd name="csX7" fmla="*/ 229519 w 630259"/>
                <a:gd name="csY7" fmla="*/ 36479 h 1015172"/>
                <a:gd name="csX8" fmla="*/ 272382 w 630259"/>
                <a:gd name="csY8" fmla="*/ 22191 h 1015172"/>
                <a:gd name="csX9" fmla="*/ 293813 w 630259"/>
                <a:gd name="csY9" fmla="*/ 15047 h 1015172"/>
                <a:gd name="csX10" fmla="*/ 486694 w 630259"/>
                <a:gd name="csY10" fmla="*/ 760 h 1015172"/>
                <a:gd name="csX11" fmla="*/ 565276 w 630259"/>
                <a:gd name="csY11" fmla="*/ 7904 h 1015172"/>
                <a:gd name="csX12" fmla="*/ 608138 w 630259"/>
                <a:gd name="csY12" fmla="*/ 22191 h 1015172"/>
                <a:gd name="csX13" fmla="*/ 622426 w 630259"/>
                <a:gd name="csY13" fmla="*/ 50766 h 1015172"/>
                <a:gd name="csX14" fmla="*/ 629569 w 630259"/>
                <a:gd name="csY14" fmla="*/ 79341 h 1015172"/>
                <a:gd name="csX15" fmla="*/ 622426 w 630259"/>
                <a:gd name="csY15" fmla="*/ 315085 h 1015172"/>
                <a:gd name="csX16" fmla="*/ 593851 w 630259"/>
                <a:gd name="csY16" fmla="*/ 329372 h 1015172"/>
                <a:gd name="csX17" fmla="*/ 522413 w 630259"/>
                <a:gd name="csY17" fmla="*/ 350804 h 1015172"/>
                <a:gd name="csX18" fmla="*/ 500982 w 630259"/>
                <a:gd name="csY18" fmla="*/ 365091 h 1015172"/>
                <a:gd name="csX19" fmla="*/ 415257 w 630259"/>
                <a:gd name="csY19" fmla="*/ 379379 h 1015172"/>
                <a:gd name="csX20" fmla="*/ 372394 w 630259"/>
                <a:gd name="csY20" fmla="*/ 400810 h 1015172"/>
                <a:gd name="csX21" fmla="*/ 365251 w 630259"/>
                <a:gd name="csY21" fmla="*/ 422241 h 1015172"/>
                <a:gd name="csX22" fmla="*/ 329532 w 630259"/>
                <a:gd name="csY22" fmla="*/ 465104 h 1015172"/>
                <a:gd name="csX23" fmla="*/ 308101 w 630259"/>
                <a:gd name="csY23" fmla="*/ 479391 h 1015172"/>
                <a:gd name="csX24" fmla="*/ 300957 w 630259"/>
                <a:gd name="csY24" fmla="*/ 715135 h 1015172"/>
                <a:gd name="csX25" fmla="*/ 293813 w 630259"/>
                <a:gd name="csY25" fmla="*/ 736566 h 1015172"/>
                <a:gd name="csX26" fmla="*/ 279526 w 630259"/>
                <a:gd name="csY26" fmla="*/ 808004 h 1015172"/>
                <a:gd name="csX27" fmla="*/ 229519 w 630259"/>
                <a:gd name="csY27" fmla="*/ 836579 h 1015172"/>
                <a:gd name="csX28" fmla="*/ 208088 w 630259"/>
                <a:gd name="csY28" fmla="*/ 850866 h 1015172"/>
                <a:gd name="csX29" fmla="*/ 179513 w 630259"/>
                <a:gd name="csY29" fmla="*/ 858010 h 1015172"/>
                <a:gd name="csX30" fmla="*/ 136651 w 630259"/>
                <a:gd name="csY30" fmla="*/ 900872 h 1015172"/>
                <a:gd name="csX31" fmla="*/ 115219 w 630259"/>
                <a:gd name="csY31" fmla="*/ 922304 h 1015172"/>
                <a:gd name="csX32" fmla="*/ 79501 w 630259"/>
                <a:gd name="csY32" fmla="*/ 958022 h 1015172"/>
                <a:gd name="csX33" fmla="*/ 43782 w 630259"/>
                <a:gd name="csY33" fmla="*/ 1000885 h 1015172"/>
                <a:gd name="csX34" fmla="*/ 22351 w 630259"/>
                <a:gd name="csY34" fmla="*/ 1015172 h 1015172"/>
                <a:gd name="csX35" fmla="*/ 919 w 630259"/>
                <a:gd name="csY35" fmla="*/ 986597 h 1015172"/>
                <a:gd name="csX36" fmla="*/ 8063 w 630259"/>
                <a:gd name="csY36" fmla="*/ 879441 h 1015172"/>
                <a:gd name="csX37" fmla="*/ 22351 w 630259"/>
                <a:gd name="csY37" fmla="*/ 879441 h 1015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630259" h="1015172">
                  <a:moveTo>
                    <a:pt x="22351" y="879441"/>
                  </a:moveTo>
                  <a:lnTo>
                    <a:pt x="22351" y="879441"/>
                  </a:lnTo>
                  <a:cubicBezTo>
                    <a:pt x="17460" y="669152"/>
                    <a:pt x="8942" y="588545"/>
                    <a:pt x="22351" y="400810"/>
                  </a:cubicBezTo>
                  <a:cubicBezTo>
                    <a:pt x="23050" y="391017"/>
                    <a:pt x="27880" y="381920"/>
                    <a:pt x="29494" y="372235"/>
                  </a:cubicBezTo>
                  <a:cubicBezTo>
                    <a:pt x="32650" y="353298"/>
                    <a:pt x="34257" y="334135"/>
                    <a:pt x="36638" y="315085"/>
                  </a:cubicBezTo>
                  <a:cubicBezTo>
                    <a:pt x="42708" y="48032"/>
                    <a:pt x="-58828" y="-26677"/>
                    <a:pt x="79501" y="7904"/>
                  </a:cubicBezTo>
                  <a:cubicBezTo>
                    <a:pt x="86806" y="9730"/>
                    <a:pt x="93788" y="12666"/>
                    <a:pt x="100932" y="15047"/>
                  </a:cubicBezTo>
                  <a:cubicBezTo>
                    <a:pt x="167652" y="59528"/>
                    <a:pt x="126682" y="45048"/>
                    <a:pt x="229519" y="36479"/>
                  </a:cubicBezTo>
                  <a:lnTo>
                    <a:pt x="272382" y="22191"/>
                  </a:lnTo>
                  <a:cubicBezTo>
                    <a:pt x="279526" y="19810"/>
                    <a:pt x="286303" y="15603"/>
                    <a:pt x="293813" y="15047"/>
                  </a:cubicBezTo>
                  <a:lnTo>
                    <a:pt x="486694" y="760"/>
                  </a:lnTo>
                  <a:cubicBezTo>
                    <a:pt x="512888" y="3141"/>
                    <a:pt x="539374" y="3333"/>
                    <a:pt x="565276" y="7904"/>
                  </a:cubicBezTo>
                  <a:cubicBezTo>
                    <a:pt x="580107" y="10521"/>
                    <a:pt x="608138" y="22191"/>
                    <a:pt x="608138" y="22191"/>
                  </a:cubicBezTo>
                  <a:cubicBezTo>
                    <a:pt x="612901" y="31716"/>
                    <a:pt x="618687" y="40795"/>
                    <a:pt x="622426" y="50766"/>
                  </a:cubicBezTo>
                  <a:cubicBezTo>
                    <a:pt x="625873" y="59959"/>
                    <a:pt x="629569" y="69523"/>
                    <a:pt x="629569" y="79341"/>
                  </a:cubicBezTo>
                  <a:cubicBezTo>
                    <a:pt x="629569" y="157958"/>
                    <a:pt x="633544" y="237258"/>
                    <a:pt x="622426" y="315085"/>
                  </a:cubicBezTo>
                  <a:cubicBezTo>
                    <a:pt x="620920" y="325627"/>
                    <a:pt x="603739" y="325417"/>
                    <a:pt x="593851" y="329372"/>
                  </a:cubicBezTo>
                  <a:cubicBezTo>
                    <a:pt x="564862" y="340968"/>
                    <a:pt x="550482" y="343786"/>
                    <a:pt x="522413" y="350804"/>
                  </a:cubicBezTo>
                  <a:cubicBezTo>
                    <a:pt x="515269" y="355566"/>
                    <a:pt x="508873" y="361709"/>
                    <a:pt x="500982" y="365091"/>
                  </a:cubicBezTo>
                  <a:cubicBezTo>
                    <a:pt x="481546" y="373421"/>
                    <a:pt x="427861" y="377803"/>
                    <a:pt x="415257" y="379379"/>
                  </a:cubicBezTo>
                  <a:cubicBezTo>
                    <a:pt x="401138" y="384085"/>
                    <a:pt x="382466" y="388220"/>
                    <a:pt x="372394" y="400810"/>
                  </a:cubicBezTo>
                  <a:cubicBezTo>
                    <a:pt x="367690" y="406690"/>
                    <a:pt x="368619" y="415506"/>
                    <a:pt x="365251" y="422241"/>
                  </a:cubicBezTo>
                  <a:cubicBezTo>
                    <a:pt x="357225" y="438293"/>
                    <a:pt x="343071" y="453821"/>
                    <a:pt x="329532" y="465104"/>
                  </a:cubicBezTo>
                  <a:cubicBezTo>
                    <a:pt x="322936" y="470600"/>
                    <a:pt x="315245" y="474629"/>
                    <a:pt x="308101" y="479391"/>
                  </a:cubicBezTo>
                  <a:cubicBezTo>
                    <a:pt x="305720" y="557972"/>
                    <a:pt x="305318" y="636639"/>
                    <a:pt x="300957" y="715135"/>
                  </a:cubicBezTo>
                  <a:cubicBezTo>
                    <a:pt x="300539" y="722654"/>
                    <a:pt x="295506" y="729229"/>
                    <a:pt x="293813" y="736566"/>
                  </a:cubicBezTo>
                  <a:cubicBezTo>
                    <a:pt x="288353" y="760228"/>
                    <a:pt x="299732" y="794534"/>
                    <a:pt x="279526" y="808004"/>
                  </a:cubicBezTo>
                  <a:cubicBezTo>
                    <a:pt x="227304" y="842816"/>
                    <a:pt x="292973" y="800320"/>
                    <a:pt x="229519" y="836579"/>
                  </a:cubicBezTo>
                  <a:cubicBezTo>
                    <a:pt x="222065" y="840839"/>
                    <a:pt x="215979" y="847484"/>
                    <a:pt x="208088" y="850866"/>
                  </a:cubicBezTo>
                  <a:cubicBezTo>
                    <a:pt x="199064" y="854734"/>
                    <a:pt x="189038" y="855629"/>
                    <a:pt x="179513" y="858010"/>
                  </a:cubicBezTo>
                  <a:lnTo>
                    <a:pt x="136651" y="900872"/>
                  </a:lnTo>
                  <a:cubicBezTo>
                    <a:pt x="129507" y="908016"/>
                    <a:pt x="120823" y="913898"/>
                    <a:pt x="115219" y="922304"/>
                  </a:cubicBezTo>
                  <a:cubicBezTo>
                    <a:pt x="96170" y="950879"/>
                    <a:pt x="108076" y="938973"/>
                    <a:pt x="79501" y="958022"/>
                  </a:cubicBezTo>
                  <a:cubicBezTo>
                    <a:pt x="65453" y="979095"/>
                    <a:pt x="64408" y="983696"/>
                    <a:pt x="43782" y="1000885"/>
                  </a:cubicBezTo>
                  <a:cubicBezTo>
                    <a:pt x="37186" y="1006381"/>
                    <a:pt x="29495" y="1010410"/>
                    <a:pt x="22351" y="1015172"/>
                  </a:cubicBezTo>
                  <a:cubicBezTo>
                    <a:pt x="15207" y="1005647"/>
                    <a:pt x="2165" y="998438"/>
                    <a:pt x="919" y="986597"/>
                  </a:cubicBezTo>
                  <a:cubicBezTo>
                    <a:pt x="-2829" y="950996"/>
                    <a:pt x="5961" y="915177"/>
                    <a:pt x="8063" y="879441"/>
                  </a:cubicBezTo>
                  <a:cubicBezTo>
                    <a:pt x="8343" y="874687"/>
                    <a:pt x="19970" y="879441"/>
                    <a:pt x="22351" y="879441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84" name="Freeform 1083">
              <a:extLst>
                <a:ext uri="{FF2B5EF4-FFF2-40B4-BE49-F238E27FC236}">
                  <a16:creationId xmlns:a16="http://schemas.microsoft.com/office/drawing/2014/main" id="{B09DC2E6-9BC1-54BC-CF2B-A2D615A041BA}"/>
                </a:ext>
              </a:extLst>
            </p:cNvPr>
            <p:cNvSpPr/>
            <p:nvPr/>
          </p:nvSpPr>
          <p:spPr>
            <a:xfrm>
              <a:off x="3891202" y="5600700"/>
              <a:ext cx="919319" cy="728663"/>
            </a:xfrm>
            <a:custGeom>
              <a:avLst/>
              <a:gdLst>
                <a:gd name="csX0" fmla="*/ 2142 w 919319"/>
                <a:gd name="csY0" fmla="*/ 407194 h 728663"/>
                <a:gd name="csX1" fmla="*/ 2142 w 919319"/>
                <a:gd name="csY1" fmla="*/ 407194 h 728663"/>
                <a:gd name="csX2" fmla="*/ 9286 w 919319"/>
                <a:gd name="csY2" fmla="*/ 550069 h 728663"/>
                <a:gd name="csX3" fmla="*/ 16429 w 919319"/>
                <a:gd name="csY3" fmla="*/ 585788 h 728663"/>
                <a:gd name="csX4" fmla="*/ 23573 w 919319"/>
                <a:gd name="csY4" fmla="*/ 700088 h 728663"/>
                <a:gd name="csX5" fmla="*/ 45004 w 919319"/>
                <a:gd name="csY5" fmla="*/ 714375 h 728663"/>
                <a:gd name="csX6" fmla="*/ 87867 w 919319"/>
                <a:gd name="csY6" fmla="*/ 728663 h 728663"/>
                <a:gd name="csX7" fmla="*/ 202167 w 919319"/>
                <a:gd name="csY7" fmla="*/ 721519 h 728663"/>
                <a:gd name="csX8" fmla="*/ 373617 w 919319"/>
                <a:gd name="csY8" fmla="*/ 714375 h 728663"/>
                <a:gd name="csX9" fmla="*/ 395048 w 919319"/>
                <a:gd name="csY9" fmla="*/ 707231 h 728663"/>
                <a:gd name="csX10" fmla="*/ 459342 w 919319"/>
                <a:gd name="csY10" fmla="*/ 692944 h 728663"/>
                <a:gd name="csX11" fmla="*/ 523636 w 919319"/>
                <a:gd name="csY11" fmla="*/ 685800 h 728663"/>
                <a:gd name="csX12" fmla="*/ 566498 w 919319"/>
                <a:gd name="csY12" fmla="*/ 678656 h 728663"/>
                <a:gd name="csX13" fmla="*/ 616504 w 919319"/>
                <a:gd name="csY13" fmla="*/ 671513 h 728663"/>
                <a:gd name="csX14" fmla="*/ 702229 w 919319"/>
                <a:gd name="csY14" fmla="*/ 657225 h 728663"/>
                <a:gd name="csX15" fmla="*/ 887967 w 919319"/>
                <a:gd name="csY15" fmla="*/ 664369 h 728663"/>
                <a:gd name="csX16" fmla="*/ 916542 w 919319"/>
                <a:gd name="csY16" fmla="*/ 657225 h 728663"/>
                <a:gd name="csX17" fmla="*/ 909398 w 919319"/>
                <a:gd name="csY17" fmla="*/ 257175 h 728663"/>
                <a:gd name="csX18" fmla="*/ 895111 w 919319"/>
                <a:gd name="csY18" fmla="*/ 214313 h 728663"/>
                <a:gd name="csX19" fmla="*/ 887967 w 919319"/>
                <a:gd name="csY19" fmla="*/ 164306 h 728663"/>
                <a:gd name="csX20" fmla="*/ 880823 w 919319"/>
                <a:gd name="csY20" fmla="*/ 142875 h 728663"/>
                <a:gd name="csX21" fmla="*/ 895111 w 919319"/>
                <a:gd name="csY21" fmla="*/ 92869 h 728663"/>
                <a:gd name="csX22" fmla="*/ 887967 w 919319"/>
                <a:gd name="csY22" fmla="*/ 57150 h 728663"/>
                <a:gd name="csX23" fmla="*/ 880823 w 919319"/>
                <a:gd name="csY23" fmla="*/ 35719 h 728663"/>
                <a:gd name="csX24" fmla="*/ 809386 w 919319"/>
                <a:gd name="csY24" fmla="*/ 0 h 728663"/>
                <a:gd name="csX25" fmla="*/ 623648 w 919319"/>
                <a:gd name="csY25" fmla="*/ 7144 h 728663"/>
                <a:gd name="csX26" fmla="*/ 566498 w 919319"/>
                <a:gd name="csY26" fmla="*/ 14288 h 728663"/>
                <a:gd name="csX27" fmla="*/ 452198 w 919319"/>
                <a:gd name="csY27" fmla="*/ 21431 h 728663"/>
                <a:gd name="csX28" fmla="*/ 373617 w 919319"/>
                <a:gd name="csY28" fmla="*/ 35719 h 728663"/>
                <a:gd name="csX29" fmla="*/ 316467 w 919319"/>
                <a:gd name="csY29" fmla="*/ 50006 h 728663"/>
                <a:gd name="csX30" fmla="*/ 295036 w 919319"/>
                <a:gd name="csY30" fmla="*/ 64294 h 728663"/>
                <a:gd name="csX31" fmla="*/ 287892 w 919319"/>
                <a:gd name="csY31" fmla="*/ 85725 h 728663"/>
                <a:gd name="csX32" fmla="*/ 280748 w 919319"/>
                <a:gd name="csY32" fmla="*/ 178594 h 728663"/>
                <a:gd name="csX33" fmla="*/ 245029 w 919319"/>
                <a:gd name="csY33" fmla="*/ 214313 h 728663"/>
                <a:gd name="csX34" fmla="*/ 202167 w 919319"/>
                <a:gd name="csY34" fmla="*/ 257175 h 728663"/>
                <a:gd name="csX35" fmla="*/ 173592 w 919319"/>
                <a:gd name="csY35" fmla="*/ 300038 h 728663"/>
                <a:gd name="csX36" fmla="*/ 152161 w 919319"/>
                <a:gd name="csY36" fmla="*/ 314325 h 728663"/>
                <a:gd name="csX37" fmla="*/ 123586 w 919319"/>
                <a:gd name="csY37" fmla="*/ 342900 h 728663"/>
                <a:gd name="csX38" fmla="*/ 95011 w 919319"/>
                <a:gd name="csY38" fmla="*/ 357188 h 728663"/>
                <a:gd name="csX39" fmla="*/ 52148 w 919319"/>
                <a:gd name="csY39" fmla="*/ 378619 h 728663"/>
                <a:gd name="csX40" fmla="*/ 30717 w 919319"/>
                <a:gd name="csY40" fmla="*/ 400050 h 728663"/>
                <a:gd name="csX41" fmla="*/ 2142 w 919319"/>
                <a:gd name="csY41" fmla="*/ 407194 h 728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919319" h="728663">
                  <a:moveTo>
                    <a:pt x="2142" y="407194"/>
                  </a:moveTo>
                  <a:lnTo>
                    <a:pt x="2142" y="407194"/>
                  </a:lnTo>
                  <a:cubicBezTo>
                    <a:pt x="4523" y="454819"/>
                    <a:pt x="5484" y="502536"/>
                    <a:pt x="9286" y="550069"/>
                  </a:cubicBezTo>
                  <a:cubicBezTo>
                    <a:pt x="10254" y="562172"/>
                    <a:pt x="15278" y="573701"/>
                    <a:pt x="16429" y="585788"/>
                  </a:cubicBezTo>
                  <a:cubicBezTo>
                    <a:pt x="20048" y="623790"/>
                    <a:pt x="15292" y="662823"/>
                    <a:pt x="23573" y="700088"/>
                  </a:cubicBezTo>
                  <a:cubicBezTo>
                    <a:pt x="25435" y="708469"/>
                    <a:pt x="37158" y="710888"/>
                    <a:pt x="45004" y="714375"/>
                  </a:cubicBezTo>
                  <a:cubicBezTo>
                    <a:pt x="58767" y="720492"/>
                    <a:pt x="87867" y="728663"/>
                    <a:pt x="87867" y="728663"/>
                  </a:cubicBezTo>
                  <a:lnTo>
                    <a:pt x="202167" y="721519"/>
                  </a:lnTo>
                  <a:cubicBezTo>
                    <a:pt x="259295" y="718662"/>
                    <a:pt x="316574" y="718601"/>
                    <a:pt x="373617" y="714375"/>
                  </a:cubicBezTo>
                  <a:cubicBezTo>
                    <a:pt x="381127" y="713819"/>
                    <a:pt x="387808" y="709300"/>
                    <a:pt x="395048" y="707231"/>
                  </a:cubicBezTo>
                  <a:cubicBezTo>
                    <a:pt x="410640" y="702776"/>
                    <a:pt x="444620" y="695047"/>
                    <a:pt x="459342" y="692944"/>
                  </a:cubicBezTo>
                  <a:cubicBezTo>
                    <a:pt x="480688" y="689894"/>
                    <a:pt x="502262" y="688650"/>
                    <a:pt x="523636" y="685800"/>
                  </a:cubicBezTo>
                  <a:cubicBezTo>
                    <a:pt x="537993" y="683886"/>
                    <a:pt x="552182" y="680858"/>
                    <a:pt x="566498" y="678656"/>
                  </a:cubicBezTo>
                  <a:cubicBezTo>
                    <a:pt x="583140" y="676096"/>
                    <a:pt x="599895" y="674281"/>
                    <a:pt x="616504" y="671513"/>
                  </a:cubicBezTo>
                  <a:cubicBezTo>
                    <a:pt x="741916" y="650612"/>
                    <a:pt x="538718" y="680585"/>
                    <a:pt x="702229" y="657225"/>
                  </a:cubicBezTo>
                  <a:cubicBezTo>
                    <a:pt x="764142" y="659606"/>
                    <a:pt x="826009" y="664369"/>
                    <a:pt x="887967" y="664369"/>
                  </a:cubicBezTo>
                  <a:cubicBezTo>
                    <a:pt x="897785" y="664369"/>
                    <a:pt x="916026" y="667030"/>
                    <a:pt x="916542" y="657225"/>
                  </a:cubicBezTo>
                  <a:cubicBezTo>
                    <a:pt x="923552" y="524038"/>
                    <a:pt x="915844" y="390390"/>
                    <a:pt x="909398" y="257175"/>
                  </a:cubicBezTo>
                  <a:cubicBezTo>
                    <a:pt x="908670" y="242132"/>
                    <a:pt x="895111" y="214313"/>
                    <a:pt x="895111" y="214313"/>
                  </a:cubicBezTo>
                  <a:cubicBezTo>
                    <a:pt x="892730" y="197644"/>
                    <a:pt x="891269" y="180817"/>
                    <a:pt x="887967" y="164306"/>
                  </a:cubicBezTo>
                  <a:cubicBezTo>
                    <a:pt x="886490" y="156922"/>
                    <a:pt x="880823" y="150405"/>
                    <a:pt x="880823" y="142875"/>
                  </a:cubicBezTo>
                  <a:cubicBezTo>
                    <a:pt x="880823" y="133905"/>
                    <a:pt x="891742" y="102976"/>
                    <a:pt x="895111" y="92869"/>
                  </a:cubicBezTo>
                  <a:cubicBezTo>
                    <a:pt x="892730" y="80963"/>
                    <a:pt x="890912" y="68930"/>
                    <a:pt x="887967" y="57150"/>
                  </a:cubicBezTo>
                  <a:cubicBezTo>
                    <a:pt x="886141" y="49845"/>
                    <a:pt x="886148" y="41044"/>
                    <a:pt x="880823" y="35719"/>
                  </a:cubicBezTo>
                  <a:cubicBezTo>
                    <a:pt x="852472" y="7368"/>
                    <a:pt x="841652" y="8067"/>
                    <a:pt x="809386" y="0"/>
                  </a:cubicBezTo>
                  <a:cubicBezTo>
                    <a:pt x="747473" y="2381"/>
                    <a:pt x="685500" y="3506"/>
                    <a:pt x="623648" y="7144"/>
                  </a:cubicBezTo>
                  <a:cubicBezTo>
                    <a:pt x="604483" y="8271"/>
                    <a:pt x="585630" y="12694"/>
                    <a:pt x="566498" y="14288"/>
                  </a:cubicBezTo>
                  <a:cubicBezTo>
                    <a:pt x="528456" y="17458"/>
                    <a:pt x="490298" y="19050"/>
                    <a:pt x="452198" y="21431"/>
                  </a:cubicBezTo>
                  <a:cubicBezTo>
                    <a:pt x="367501" y="42606"/>
                    <a:pt x="501577" y="10127"/>
                    <a:pt x="373617" y="35719"/>
                  </a:cubicBezTo>
                  <a:cubicBezTo>
                    <a:pt x="354362" y="39570"/>
                    <a:pt x="316467" y="50006"/>
                    <a:pt x="316467" y="50006"/>
                  </a:cubicBezTo>
                  <a:cubicBezTo>
                    <a:pt x="309323" y="54769"/>
                    <a:pt x="300399" y="57590"/>
                    <a:pt x="295036" y="64294"/>
                  </a:cubicBezTo>
                  <a:cubicBezTo>
                    <a:pt x="290332" y="70174"/>
                    <a:pt x="288826" y="78253"/>
                    <a:pt x="287892" y="85725"/>
                  </a:cubicBezTo>
                  <a:cubicBezTo>
                    <a:pt x="284041" y="116533"/>
                    <a:pt x="286470" y="148078"/>
                    <a:pt x="280748" y="178594"/>
                  </a:cubicBezTo>
                  <a:cubicBezTo>
                    <a:pt x="276700" y="200184"/>
                    <a:pt x="258602" y="202248"/>
                    <a:pt x="245029" y="214313"/>
                  </a:cubicBezTo>
                  <a:cubicBezTo>
                    <a:pt x="229927" y="227737"/>
                    <a:pt x="213375" y="240363"/>
                    <a:pt x="202167" y="257175"/>
                  </a:cubicBezTo>
                  <a:cubicBezTo>
                    <a:pt x="192642" y="271463"/>
                    <a:pt x="187880" y="290513"/>
                    <a:pt x="173592" y="300038"/>
                  </a:cubicBezTo>
                  <a:cubicBezTo>
                    <a:pt x="166448" y="304800"/>
                    <a:pt x="158680" y="308738"/>
                    <a:pt x="152161" y="314325"/>
                  </a:cubicBezTo>
                  <a:cubicBezTo>
                    <a:pt x="141933" y="323091"/>
                    <a:pt x="134362" y="334818"/>
                    <a:pt x="123586" y="342900"/>
                  </a:cubicBezTo>
                  <a:cubicBezTo>
                    <a:pt x="115067" y="349290"/>
                    <a:pt x="104257" y="351905"/>
                    <a:pt x="95011" y="357188"/>
                  </a:cubicBezTo>
                  <a:cubicBezTo>
                    <a:pt x="56238" y="379344"/>
                    <a:pt x="91438" y="365522"/>
                    <a:pt x="52148" y="378619"/>
                  </a:cubicBezTo>
                  <a:cubicBezTo>
                    <a:pt x="45004" y="385763"/>
                    <a:pt x="38478" y="393582"/>
                    <a:pt x="30717" y="400050"/>
                  </a:cubicBezTo>
                  <a:cubicBezTo>
                    <a:pt x="-17769" y="440456"/>
                    <a:pt x="6904" y="406003"/>
                    <a:pt x="2142" y="407194"/>
                  </a:cubicBezTo>
                  <a:close/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  <p:sp>
          <p:nvSpPr>
            <p:cNvPr id="1085" name="Freeform 1084">
              <a:extLst>
                <a:ext uri="{FF2B5EF4-FFF2-40B4-BE49-F238E27FC236}">
                  <a16:creationId xmlns:a16="http://schemas.microsoft.com/office/drawing/2014/main" id="{DFD6E9BB-8208-C1E7-973F-264620A00111}"/>
                </a:ext>
              </a:extLst>
            </p:cNvPr>
            <p:cNvSpPr/>
            <p:nvPr/>
          </p:nvSpPr>
          <p:spPr>
            <a:xfrm>
              <a:off x="4214278" y="4964906"/>
              <a:ext cx="642739" cy="651293"/>
            </a:xfrm>
            <a:custGeom>
              <a:avLst/>
              <a:gdLst>
                <a:gd name="csX0" fmla="*/ 535 w 642739"/>
                <a:gd name="csY0" fmla="*/ 621507 h 651293"/>
                <a:gd name="csX1" fmla="*/ 535 w 642739"/>
                <a:gd name="csY1" fmla="*/ 621507 h 651293"/>
                <a:gd name="csX2" fmla="*/ 14822 w 642739"/>
                <a:gd name="csY2" fmla="*/ 471488 h 651293"/>
                <a:gd name="csX3" fmla="*/ 50541 w 642739"/>
                <a:gd name="csY3" fmla="*/ 428625 h 651293"/>
                <a:gd name="csX4" fmla="*/ 86260 w 642739"/>
                <a:gd name="csY4" fmla="*/ 421482 h 651293"/>
                <a:gd name="csX5" fmla="*/ 164841 w 642739"/>
                <a:gd name="csY5" fmla="*/ 407194 h 651293"/>
                <a:gd name="csX6" fmla="*/ 207703 w 642739"/>
                <a:gd name="csY6" fmla="*/ 392907 h 651293"/>
                <a:gd name="csX7" fmla="*/ 250566 w 642739"/>
                <a:gd name="csY7" fmla="*/ 378619 h 651293"/>
                <a:gd name="csX8" fmla="*/ 271997 w 642739"/>
                <a:gd name="csY8" fmla="*/ 371475 h 651293"/>
                <a:gd name="csX9" fmla="*/ 336291 w 642739"/>
                <a:gd name="csY9" fmla="*/ 357188 h 651293"/>
                <a:gd name="csX10" fmla="*/ 357722 w 642739"/>
                <a:gd name="csY10" fmla="*/ 350044 h 651293"/>
                <a:gd name="csX11" fmla="*/ 379153 w 642739"/>
                <a:gd name="csY11" fmla="*/ 300038 h 651293"/>
                <a:gd name="csX12" fmla="*/ 400585 w 642739"/>
                <a:gd name="csY12" fmla="*/ 85725 h 651293"/>
                <a:gd name="csX13" fmla="*/ 422016 w 642739"/>
                <a:gd name="csY13" fmla="*/ 71438 h 651293"/>
                <a:gd name="csX14" fmla="*/ 429160 w 642739"/>
                <a:gd name="csY14" fmla="*/ 50007 h 651293"/>
                <a:gd name="csX15" fmla="*/ 436303 w 642739"/>
                <a:gd name="csY15" fmla="*/ 21432 h 651293"/>
                <a:gd name="csX16" fmla="*/ 486310 w 642739"/>
                <a:gd name="csY16" fmla="*/ 0 h 651293"/>
                <a:gd name="csX17" fmla="*/ 593466 w 642739"/>
                <a:gd name="csY17" fmla="*/ 7144 h 651293"/>
                <a:gd name="csX18" fmla="*/ 614897 w 642739"/>
                <a:gd name="csY18" fmla="*/ 14288 h 651293"/>
                <a:gd name="csX19" fmla="*/ 629185 w 642739"/>
                <a:gd name="csY19" fmla="*/ 35719 h 651293"/>
                <a:gd name="csX20" fmla="*/ 629185 w 642739"/>
                <a:gd name="csY20" fmla="*/ 271463 h 651293"/>
                <a:gd name="csX21" fmla="*/ 622041 w 642739"/>
                <a:gd name="csY21" fmla="*/ 300038 h 651293"/>
                <a:gd name="csX22" fmla="*/ 607753 w 642739"/>
                <a:gd name="csY22" fmla="*/ 364332 h 651293"/>
                <a:gd name="csX23" fmla="*/ 586322 w 642739"/>
                <a:gd name="csY23" fmla="*/ 428625 h 651293"/>
                <a:gd name="csX24" fmla="*/ 579178 w 642739"/>
                <a:gd name="csY24" fmla="*/ 450057 h 651293"/>
                <a:gd name="csX25" fmla="*/ 572035 w 642739"/>
                <a:gd name="csY25" fmla="*/ 478632 h 651293"/>
                <a:gd name="csX26" fmla="*/ 564891 w 642739"/>
                <a:gd name="csY26" fmla="*/ 514350 h 651293"/>
                <a:gd name="csX27" fmla="*/ 557747 w 642739"/>
                <a:gd name="csY27" fmla="*/ 535782 h 651293"/>
                <a:gd name="csX28" fmla="*/ 464878 w 642739"/>
                <a:gd name="csY28" fmla="*/ 578644 h 651293"/>
                <a:gd name="csX29" fmla="*/ 393441 w 642739"/>
                <a:gd name="csY29" fmla="*/ 592932 h 651293"/>
                <a:gd name="csX30" fmla="*/ 364866 w 642739"/>
                <a:gd name="csY30" fmla="*/ 600075 h 651293"/>
                <a:gd name="csX31" fmla="*/ 314860 w 642739"/>
                <a:gd name="csY31" fmla="*/ 614363 h 651293"/>
                <a:gd name="csX32" fmla="*/ 186272 w 642739"/>
                <a:gd name="csY32" fmla="*/ 621507 h 651293"/>
                <a:gd name="csX33" fmla="*/ 100547 w 642739"/>
                <a:gd name="csY33" fmla="*/ 635794 h 651293"/>
                <a:gd name="csX34" fmla="*/ 71972 w 642739"/>
                <a:gd name="csY34" fmla="*/ 642938 h 651293"/>
                <a:gd name="csX35" fmla="*/ 29110 w 642739"/>
                <a:gd name="csY35" fmla="*/ 650082 h 651293"/>
                <a:gd name="csX36" fmla="*/ 535 w 642739"/>
                <a:gd name="csY36" fmla="*/ 621507 h 6512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642739" h="651293">
                  <a:moveTo>
                    <a:pt x="535" y="621507"/>
                  </a:moveTo>
                  <a:lnTo>
                    <a:pt x="535" y="621507"/>
                  </a:lnTo>
                  <a:cubicBezTo>
                    <a:pt x="714" y="618279"/>
                    <a:pt x="-4603" y="510336"/>
                    <a:pt x="14822" y="471488"/>
                  </a:cubicBezTo>
                  <a:cubicBezTo>
                    <a:pt x="20292" y="460549"/>
                    <a:pt x="40010" y="433890"/>
                    <a:pt x="50541" y="428625"/>
                  </a:cubicBezTo>
                  <a:cubicBezTo>
                    <a:pt x="61401" y="423195"/>
                    <a:pt x="74314" y="423654"/>
                    <a:pt x="86260" y="421482"/>
                  </a:cubicBezTo>
                  <a:cubicBezTo>
                    <a:pt x="102595" y="418512"/>
                    <a:pt x="147196" y="412006"/>
                    <a:pt x="164841" y="407194"/>
                  </a:cubicBezTo>
                  <a:cubicBezTo>
                    <a:pt x="179370" y="403231"/>
                    <a:pt x="193416" y="397669"/>
                    <a:pt x="207703" y="392907"/>
                  </a:cubicBezTo>
                  <a:lnTo>
                    <a:pt x="250566" y="378619"/>
                  </a:lnTo>
                  <a:cubicBezTo>
                    <a:pt x="257710" y="376238"/>
                    <a:pt x="264613" y="372952"/>
                    <a:pt x="271997" y="371475"/>
                  </a:cubicBezTo>
                  <a:cubicBezTo>
                    <a:pt x="296556" y="366564"/>
                    <a:pt x="312745" y="363916"/>
                    <a:pt x="336291" y="357188"/>
                  </a:cubicBezTo>
                  <a:cubicBezTo>
                    <a:pt x="343531" y="355119"/>
                    <a:pt x="350578" y="352425"/>
                    <a:pt x="357722" y="350044"/>
                  </a:cubicBezTo>
                  <a:cubicBezTo>
                    <a:pt x="370830" y="330383"/>
                    <a:pt x="377505" y="325577"/>
                    <a:pt x="379153" y="300038"/>
                  </a:cubicBezTo>
                  <a:cubicBezTo>
                    <a:pt x="379619" y="292816"/>
                    <a:pt x="351542" y="134768"/>
                    <a:pt x="400585" y="85725"/>
                  </a:cubicBezTo>
                  <a:cubicBezTo>
                    <a:pt x="406656" y="79654"/>
                    <a:pt x="414872" y="76200"/>
                    <a:pt x="422016" y="71438"/>
                  </a:cubicBezTo>
                  <a:cubicBezTo>
                    <a:pt x="424397" y="64294"/>
                    <a:pt x="427091" y="57247"/>
                    <a:pt x="429160" y="50007"/>
                  </a:cubicBezTo>
                  <a:cubicBezTo>
                    <a:pt x="431857" y="40567"/>
                    <a:pt x="430857" y="29601"/>
                    <a:pt x="436303" y="21432"/>
                  </a:cubicBezTo>
                  <a:cubicBezTo>
                    <a:pt x="446170" y="6632"/>
                    <a:pt x="471972" y="3585"/>
                    <a:pt x="486310" y="0"/>
                  </a:cubicBezTo>
                  <a:cubicBezTo>
                    <a:pt x="522029" y="2381"/>
                    <a:pt x="557887" y="3191"/>
                    <a:pt x="593466" y="7144"/>
                  </a:cubicBezTo>
                  <a:cubicBezTo>
                    <a:pt x="600950" y="7976"/>
                    <a:pt x="609017" y="9584"/>
                    <a:pt x="614897" y="14288"/>
                  </a:cubicBezTo>
                  <a:cubicBezTo>
                    <a:pt x="621601" y="19651"/>
                    <a:pt x="624422" y="28575"/>
                    <a:pt x="629185" y="35719"/>
                  </a:cubicBezTo>
                  <a:cubicBezTo>
                    <a:pt x="652437" y="128735"/>
                    <a:pt x="641229" y="72734"/>
                    <a:pt x="629185" y="271463"/>
                  </a:cubicBezTo>
                  <a:cubicBezTo>
                    <a:pt x="628591" y="281263"/>
                    <a:pt x="624171" y="290454"/>
                    <a:pt x="622041" y="300038"/>
                  </a:cubicBezTo>
                  <a:cubicBezTo>
                    <a:pt x="616213" y="326263"/>
                    <a:pt x="615221" y="339439"/>
                    <a:pt x="607753" y="364332"/>
                  </a:cubicBezTo>
                  <a:cubicBezTo>
                    <a:pt x="607741" y="364372"/>
                    <a:pt x="589900" y="417890"/>
                    <a:pt x="586322" y="428625"/>
                  </a:cubicBezTo>
                  <a:cubicBezTo>
                    <a:pt x="583941" y="435769"/>
                    <a:pt x="581004" y="442751"/>
                    <a:pt x="579178" y="450057"/>
                  </a:cubicBezTo>
                  <a:cubicBezTo>
                    <a:pt x="576797" y="459582"/>
                    <a:pt x="574165" y="469048"/>
                    <a:pt x="572035" y="478632"/>
                  </a:cubicBezTo>
                  <a:cubicBezTo>
                    <a:pt x="569401" y="490485"/>
                    <a:pt x="567836" y="502571"/>
                    <a:pt x="564891" y="514350"/>
                  </a:cubicBezTo>
                  <a:cubicBezTo>
                    <a:pt x="563065" y="521656"/>
                    <a:pt x="563691" y="531159"/>
                    <a:pt x="557747" y="535782"/>
                  </a:cubicBezTo>
                  <a:cubicBezTo>
                    <a:pt x="550462" y="541448"/>
                    <a:pt x="483444" y="573693"/>
                    <a:pt x="464878" y="578644"/>
                  </a:cubicBezTo>
                  <a:cubicBezTo>
                    <a:pt x="441414" y="584901"/>
                    <a:pt x="417000" y="587043"/>
                    <a:pt x="393441" y="592932"/>
                  </a:cubicBezTo>
                  <a:cubicBezTo>
                    <a:pt x="383916" y="595313"/>
                    <a:pt x="374306" y="597378"/>
                    <a:pt x="364866" y="600075"/>
                  </a:cubicBezTo>
                  <a:cubicBezTo>
                    <a:pt x="349077" y="604586"/>
                    <a:pt x="331240" y="612874"/>
                    <a:pt x="314860" y="614363"/>
                  </a:cubicBezTo>
                  <a:cubicBezTo>
                    <a:pt x="272108" y="618250"/>
                    <a:pt x="229135" y="619126"/>
                    <a:pt x="186272" y="621507"/>
                  </a:cubicBezTo>
                  <a:cubicBezTo>
                    <a:pt x="157697" y="626269"/>
                    <a:pt x="128651" y="628768"/>
                    <a:pt x="100547" y="635794"/>
                  </a:cubicBezTo>
                  <a:cubicBezTo>
                    <a:pt x="91022" y="638175"/>
                    <a:pt x="81599" y="641012"/>
                    <a:pt x="71972" y="642938"/>
                  </a:cubicBezTo>
                  <a:cubicBezTo>
                    <a:pt x="57769" y="645779"/>
                    <a:pt x="43313" y="647241"/>
                    <a:pt x="29110" y="650082"/>
                  </a:cubicBezTo>
                  <a:cubicBezTo>
                    <a:pt x="-9494" y="657803"/>
                    <a:pt x="5297" y="626269"/>
                    <a:pt x="535" y="621507"/>
                  </a:cubicBezTo>
                  <a:close/>
                </a:path>
              </a:pathLst>
            </a:custGeom>
            <a:pattFill prst="solidDmnd">
              <a:fgClr>
                <a:schemeClr val="accent2"/>
              </a:fgClr>
              <a:bgClr>
                <a:schemeClr val="bg1"/>
              </a:bgClr>
            </a:patt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32"/>
            </a:p>
          </p:txBody>
        </p: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74BB812C-349A-328E-4AB2-6D128B575AEE}"/>
              </a:ext>
            </a:extLst>
          </p:cNvPr>
          <p:cNvGrpSpPr/>
          <p:nvPr/>
        </p:nvGrpSpPr>
        <p:grpSpPr>
          <a:xfrm>
            <a:off x="10318860" y="2256491"/>
            <a:ext cx="2512142" cy="2290917"/>
            <a:chOff x="7800457" y="2156823"/>
            <a:chExt cx="2512142" cy="2290917"/>
          </a:xfrm>
        </p:grpSpPr>
        <p:grpSp>
          <p:nvGrpSpPr>
            <p:cNvPr id="1087" name="Group 1086">
              <a:extLst>
                <a:ext uri="{FF2B5EF4-FFF2-40B4-BE49-F238E27FC236}">
                  <a16:creationId xmlns:a16="http://schemas.microsoft.com/office/drawing/2014/main" id="{DBD9B286-8244-60D3-DBBD-E7BCF877F6AB}"/>
                </a:ext>
              </a:extLst>
            </p:cNvPr>
            <p:cNvGrpSpPr/>
            <p:nvPr/>
          </p:nvGrpSpPr>
          <p:grpSpPr>
            <a:xfrm>
              <a:off x="7800457" y="2156823"/>
              <a:ext cx="2512142" cy="2290917"/>
              <a:chOff x="5397910" y="471948"/>
              <a:chExt cx="2512142" cy="2290917"/>
            </a:xfrm>
          </p:grpSpPr>
          <p:cxnSp>
            <p:nvCxnSpPr>
              <p:cNvPr id="1092" name="Straight Connector 1091">
                <a:extLst>
                  <a:ext uri="{FF2B5EF4-FFF2-40B4-BE49-F238E27FC236}">
                    <a16:creationId xmlns:a16="http://schemas.microsoft.com/office/drawing/2014/main" id="{81FD6481-4B91-B1FA-F8A8-A395E449CCF3}"/>
                  </a:ext>
                </a:extLst>
              </p:cNvPr>
              <p:cNvCxnSpPr/>
              <p:nvPr/>
            </p:nvCxnSpPr>
            <p:spPr>
              <a:xfrm>
                <a:off x="5397910" y="471948"/>
                <a:ext cx="0" cy="2290917"/>
              </a:xfrm>
              <a:prstGeom prst="line">
                <a:avLst/>
              </a:prstGeom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520115FF-4AEB-0BE9-8B96-3D1031ED3D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97910" y="2762865"/>
                <a:ext cx="2512142" cy="0"/>
              </a:xfrm>
              <a:prstGeom prst="line">
                <a:avLst/>
              </a:prstGeom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6EDF2C83-CCE6-FBA7-0941-03F15454D670}"/>
                  </a:ext>
                </a:extLst>
              </p:cNvPr>
              <p:cNvCxnSpPr/>
              <p:nvPr/>
            </p:nvCxnSpPr>
            <p:spPr>
              <a:xfrm>
                <a:off x="5397910" y="1753289"/>
                <a:ext cx="2438400" cy="0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9A6FD58D-8D6E-5466-DE46-8D16AAB4DE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7087" y="2772161"/>
              <a:ext cx="589359" cy="656839"/>
            </a:xfrm>
            <a:prstGeom prst="line">
              <a:avLst/>
            </a:prstGeom>
            <a:ln w="38100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Arrow Connector 1088">
              <a:extLst>
                <a:ext uri="{FF2B5EF4-FFF2-40B4-BE49-F238E27FC236}">
                  <a16:creationId xmlns:a16="http://schemas.microsoft.com/office/drawing/2014/main" id="{C4F312E0-E869-F796-34E8-0CA7096D02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8353" y="2620377"/>
              <a:ext cx="830364" cy="298442"/>
            </a:xfrm>
            <a:prstGeom prst="straightConnector1">
              <a:avLst/>
            </a:prstGeom>
            <a:ln w="38100"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E8230F8C-FB03-1432-24A5-5554F28909D3}"/>
                </a:ext>
              </a:extLst>
            </p:cNvPr>
            <p:cNvCxnSpPr>
              <a:cxnSpLocks/>
            </p:cNvCxnSpPr>
            <p:nvPr/>
          </p:nvCxnSpPr>
          <p:spPr>
            <a:xfrm>
              <a:off x="7817087" y="3438164"/>
              <a:ext cx="566579" cy="216995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Arrow Connector 1090">
              <a:extLst>
                <a:ext uri="{FF2B5EF4-FFF2-40B4-BE49-F238E27FC236}">
                  <a16:creationId xmlns:a16="http://schemas.microsoft.com/office/drawing/2014/main" id="{1325CD33-B111-F5F3-1EE2-13715DF44DC8}"/>
                </a:ext>
              </a:extLst>
            </p:cNvPr>
            <p:cNvCxnSpPr>
              <a:cxnSpLocks/>
            </p:cNvCxnSpPr>
            <p:nvPr/>
          </p:nvCxnSpPr>
          <p:spPr>
            <a:xfrm>
              <a:off x="9276885" y="3311708"/>
              <a:ext cx="802405" cy="27051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95" name="Straight Connector 1094">
            <a:extLst>
              <a:ext uri="{FF2B5EF4-FFF2-40B4-BE49-F238E27FC236}">
                <a16:creationId xmlns:a16="http://schemas.microsoft.com/office/drawing/2014/main" id="{DFA6AA41-0EA9-B8AB-FF57-44342804838E}"/>
              </a:ext>
            </a:extLst>
          </p:cNvPr>
          <p:cNvCxnSpPr>
            <a:cxnSpLocks/>
          </p:cNvCxnSpPr>
          <p:nvPr/>
        </p:nvCxnSpPr>
        <p:spPr>
          <a:xfrm>
            <a:off x="10911894" y="2869674"/>
            <a:ext cx="892821" cy="148813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Connector 1103">
            <a:extLst>
              <a:ext uri="{FF2B5EF4-FFF2-40B4-BE49-F238E27FC236}">
                <a16:creationId xmlns:a16="http://schemas.microsoft.com/office/drawing/2014/main" id="{7325EFD4-41D8-30CE-7395-D3A22E54BE54}"/>
              </a:ext>
            </a:extLst>
          </p:cNvPr>
          <p:cNvCxnSpPr>
            <a:cxnSpLocks/>
          </p:cNvCxnSpPr>
          <p:nvPr/>
        </p:nvCxnSpPr>
        <p:spPr>
          <a:xfrm flipV="1">
            <a:off x="10889390" y="3411114"/>
            <a:ext cx="915325" cy="34240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4" name="TextBox 1113">
            <a:extLst>
              <a:ext uri="{FF2B5EF4-FFF2-40B4-BE49-F238E27FC236}">
                <a16:creationId xmlns:a16="http://schemas.microsoft.com/office/drawing/2014/main" id="{07D19510-0FC2-38FA-D9AF-7F1E69C1902F}"/>
              </a:ext>
            </a:extLst>
          </p:cNvPr>
          <p:cNvSpPr txBox="1"/>
          <p:nvPr/>
        </p:nvSpPr>
        <p:spPr>
          <a:xfrm>
            <a:off x="9654051" y="1428840"/>
            <a:ext cx="3989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*Harvest intensity fluctuates over time</a:t>
            </a:r>
          </a:p>
        </p:txBody>
      </p:sp>
      <p:grpSp>
        <p:nvGrpSpPr>
          <p:cNvPr id="1115" name="Group 1114">
            <a:extLst>
              <a:ext uri="{FF2B5EF4-FFF2-40B4-BE49-F238E27FC236}">
                <a16:creationId xmlns:a16="http://schemas.microsoft.com/office/drawing/2014/main" id="{815C015B-4C4B-A8A0-2B89-5F6BF8EE9AD8}"/>
              </a:ext>
            </a:extLst>
          </p:cNvPr>
          <p:cNvGrpSpPr/>
          <p:nvPr/>
        </p:nvGrpSpPr>
        <p:grpSpPr>
          <a:xfrm>
            <a:off x="15215904" y="2411559"/>
            <a:ext cx="2512142" cy="2290917"/>
            <a:chOff x="7800457" y="2156823"/>
            <a:chExt cx="2512142" cy="2290917"/>
          </a:xfrm>
        </p:grpSpPr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5B6E26D2-593E-530E-1201-02B38871B90B}"/>
                </a:ext>
              </a:extLst>
            </p:cNvPr>
            <p:cNvGrpSpPr/>
            <p:nvPr/>
          </p:nvGrpSpPr>
          <p:grpSpPr>
            <a:xfrm>
              <a:off x="7800457" y="2156823"/>
              <a:ext cx="2512142" cy="2290917"/>
              <a:chOff x="5397910" y="471948"/>
              <a:chExt cx="2512142" cy="2290917"/>
            </a:xfrm>
          </p:grpSpPr>
          <p:cxnSp>
            <p:nvCxnSpPr>
              <p:cNvPr id="1121" name="Straight Connector 1120">
                <a:extLst>
                  <a:ext uri="{FF2B5EF4-FFF2-40B4-BE49-F238E27FC236}">
                    <a16:creationId xmlns:a16="http://schemas.microsoft.com/office/drawing/2014/main" id="{735C191A-0ECA-9D89-44FE-71BC408CEF25}"/>
                  </a:ext>
                </a:extLst>
              </p:cNvPr>
              <p:cNvCxnSpPr/>
              <p:nvPr/>
            </p:nvCxnSpPr>
            <p:spPr>
              <a:xfrm>
                <a:off x="5397910" y="471948"/>
                <a:ext cx="0" cy="2290917"/>
              </a:xfrm>
              <a:prstGeom prst="line">
                <a:avLst/>
              </a:prstGeom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2" name="Straight Connector 1121">
                <a:extLst>
                  <a:ext uri="{FF2B5EF4-FFF2-40B4-BE49-F238E27FC236}">
                    <a16:creationId xmlns:a16="http://schemas.microsoft.com/office/drawing/2014/main" id="{17EAF666-0BDE-6877-DF0C-AA51895753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97910" y="2762865"/>
                <a:ext cx="2512142" cy="0"/>
              </a:xfrm>
              <a:prstGeom prst="line">
                <a:avLst/>
              </a:prstGeom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3" name="Straight Connector 1122">
                <a:extLst>
                  <a:ext uri="{FF2B5EF4-FFF2-40B4-BE49-F238E27FC236}">
                    <a16:creationId xmlns:a16="http://schemas.microsoft.com/office/drawing/2014/main" id="{252F9B11-7604-FDB9-56C5-C413D3C72975}"/>
                  </a:ext>
                </a:extLst>
              </p:cNvPr>
              <p:cNvCxnSpPr/>
              <p:nvPr/>
            </p:nvCxnSpPr>
            <p:spPr>
              <a:xfrm>
                <a:off x="5397910" y="1753289"/>
                <a:ext cx="2438400" cy="0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3612B983-61E3-3016-36CA-26D9FD7B88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7087" y="2772161"/>
              <a:ext cx="589359" cy="656839"/>
            </a:xfrm>
            <a:prstGeom prst="line">
              <a:avLst/>
            </a:prstGeom>
            <a:ln w="38100">
              <a:solidFill>
                <a:schemeClr val="accent3"/>
              </a:solidFill>
            </a:ln>
            <a:effectLst>
              <a:glow rad="254000">
                <a:schemeClr val="accent3">
                  <a:satMod val="175000"/>
                  <a:alpha val="75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Straight Arrow Connector 1117">
              <a:extLst>
                <a:ext uri="{FF2B5EF4-FFF2-40B4-BE49-F238E27FC236}">
                  <a16:creationId xmlns:a16="http://schemas.microsoft.com/office/drawing/2014/main" id="{9EE8D043-141B-7E0A-3AC3-A2A1030734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9499" y="2620377"/>
              <a:ext cx="830364" cy="298442"/>
            </a:xfrm>
            <a:prstGeom prst="straightConnector1">
              <a:avLst/>
            </a:prstGeom>
            <a:ln w="38100">
              <a:solidFill>
                <a:schemeClr val="accent3"/>
              </a:solidFill>
              <a:tailEnd type="triangle"/>
            </a:ln>
            <a:effectLst>
              <a:glow rad="254000">
                <a:schemeClr val="accent3">
                  <a:satMod val="175000"/>
                  <a:alpha val="75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Straight Connector 1118">
              <a:extLst>
                <a:ext uri="{FF2B5EF4-FFF2-40B4-BE49-F238E27FC236}">
                  <a16:creationId xmlns:a16="http://schemas.microsoft.com/office/drawing/2014/main" id="{CD1A3F43-E495-72CE-13C2-BB392B93C697}"/>
                </a:ext>
              </a:extLst>
            </p:cNvPr>
            <p:cNvCxnSpPr>
              <a:cxnSpLocks/>
            </p:cNvCxnSpPr>
            <p:nvPr/>
          </p:nvCxnSpPr>
          <p:spPr>
            <a:xfrm>
              <a:off x="7817087" y="3438164"/>
              <a:ext cx="566579" cy="216995"/>
            </a:xfrm>
            <a:prstGeom prst="line">
              <a:avLst/>
            </a:prstGeom>
            <a:ln w="63500" cmpd="sng">
              <a:solidFill>
                <a:schemeClr val="accent2"/>
              </a:solidFill>
            </a:ln>
            <a:effectLst>
              <a:glow rad="254000">
                <a:schemeClr val="accent2">
                  <a:satMod val="175000"/>
                  <a:alpha val="75317"/>
                </a:schemeClr>
              </a:glow>
              <a:softEdge rad="0"/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Arrow Connector 1119">
              <a:extLst>
                <a:ext uri="{FF2B5EF4-FFF2-40B4-BE49-F238E27FC236}">
                  <a16:creationId xmlns:a16="http://schemas.microsoft.com/office/drawing/2014/main" id="{C656B56A-A118-8BB4-3241-7D3ADFC56D27}"/>
                </a:ext>
              </a:extLst>
            </p:cNvPr>
            <p:cNvCxnSpPr>
              <a:cxnSpLocks/>
            </p:cNvCxnSpPr>
            <p:nvPr/>
          </p:nvCxnSpPr>
          <p:spPr>
            <a:xfrm>
              <a:off x="9258031" y="3302281"/>
              <a:ext cx="802405" cy="27051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  <a:effectLst>
              <a:glow rad="254000">
                <a:schemeClr val="accent2">
                  <a:satMod val="175000"/>
                  <a:alpha val="75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4" name="Straight Connector 1123">
            <a:extLst>
              <a:ext uri="{FF2B5EF4-FFF2-40B4-BE49-F238E27FC236}">
                <a16:creationId xmlns:a16="http://schemas.microsoft.com/office/drawing/2014/main" id="{3FC9B0CB-F24B-DD90-4A6F-859BD147B86A}"/>
              </a:ext>
            </a:extLst>
          </p:cNvPr>
          <p:cNvCxnSpPr>
            <a:cxnSpLocks/>
          </p:cNvCxnSpPr>
          <p:nvPr/>
        </p:nvCxnSpPr>
        <p:spPr>
          <a:xfrm>
            <a:off x="15805257" y="3029610"/>
            <a:ext cx="867218" cy="147191"/>
          </a:xfrm>
          <a:prstGeom prst="line">
            <a:avLst/>
          </a:prstGeom>
          <a:ln w="38100">
            <a:solidFill>
              <a:schemeClr val="accent3"/>
            </a:solidFill>
          </a:ln>
          <a:effectLst>
            <a:glow rad="254000">
              <a:schemeClr val="accent3">
                <a:satMod val="175000"/>
                <a:alpha val="75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Straight Connector 1125">
            <a:extLst>
              <a:ext uri="{FF2B5EF4-FFF2-40B4-BE49-F238E27FC236}">
                <a16:creationId xmlns:a16="http://schemas.microsoft.com/office/drawing/2014/main" id="{F0BE301D-4657-9A22-60C1-212A19DD1848}"/>
              </a:ext>
            </a:extLst>
          </p:cNvPr>
          <p:cNvCxnSpPr>
            <a:cxnSpLocks/>
          </p:cNvCxnSpPr>
          <p:nvPr/>
        </p:nvCxnSpPr>
        <p:spPr>
          <a:xfrm flipV="1">
            <a:off x="15793612" y="3561115"/>
            <a:ext cx="879866" cy="3390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254000">
              <a:schemeClr val="accent2">
                <a:satMod val="175000"/>
                <a:alpha val="75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0" name="TextBox 1129">
            <a:extLst>
              <a:ext uri="{FF2B5EF4-FFF2-40B4-BE49-F238E27FC236}">
                <a16:creationId xmlns:a16="http://schemas.microsoft.com/office/drawing/2014/main" id="{3F897D44-A731-1D35-9FCB-E79C630184D7}"/>
              </a:ext>
            </a:extLst>
          </p:cNvPr>
          <p:cNvSpPr txBox="1"/>
          <p:nvPr/>
        </p:nvSpPr>
        <p:spPr>
          <a:xfrm>
            <a:off x="14706573" y="1317262"/>
            <a:ext cx="341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*Biomass is measured in the field and BAU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8C0455-4508-6718-8020-F52D403505A4}"/>
              </a:ext>
            </a:extLst>
          </p:cNvPr>
          <p:cNvSpPr txBox="1"/>
          <p:nvPr/>
        </p:nvSpPr>
        <p:spPr>
          <a:xfrm>
            <a:off x="100532" y="16336"/>
            <a:ext cx="396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DA5FC8-637C-4D1B-2EF9-6C02CFB490BA}"/>
              </a:ext>
            </a:extLst>
          </p:cNvPr>
          <p:cNvSpPr txBox="1"/>
          <p:nvPr/>
        </p:nvSpPr>
        <p:spPr>
          <a:xfrm>
            <a:off x="5109427" y="16337"/>
            <a:ext cx="50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8B572-4CE2-D3A8-9027-AAAACC2191F9}"/>
              </a:ext>
            </a:extLst>
          </p:cNvPr>
          <p:cNvSpPr txBox="1"/>
          <p:nvPr/>
        </p:nvSpPr>
        <p:spPr>
          <a:xfrm>
            <a:off x="9936220" y="16336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III)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70409-4C4D-4A4E-685A-2C88A6683AAD}"/>
              </a:ext>
            </a:extLst>
          </p:cNvPr>
          <p:cNvSpPr txBox="1"/>
          <p:nvPr/>
        </p:nvSpPr>
        <p:spPr>
          <a:xfrm>
            <a:off x="14852782" y="16336"/>
            <a:ext cx="622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IV)</a:t>
            </a:r>
          </a:p>
        </p:txBody>
      </p:sp>
    </p:spTree>
    <p:extLst>
      <p:ext uri="{BB962C8B-B14F-4D97-AF65-F5344CB8AC3E}">
        <p14:creationId xmlns:p14="http://schemas.microsoft.com/office/powerpoint/2010/main" val="132079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058" grpId="0" animBg="1"/>
      <p:bldP spid="105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</TotalTime>
  <Words>68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Catherine Chamberlain</dc:creator>
  <cp:lastModifiedBy>Catherine Chamberlain</cp:lastModifiedBy>
  <cp:revision>11</cp:revision>
  <dcterms:created xsi:type="dcterms:W3CDTF">2026-02-18T15:54:25Z</dcterms:created>
  <dcterms:modified xsi:type="dcterms:W3CDTF">2026-03-23T14:30:19Z</dcterms:modified>
</cp:coreProperties>
</file>